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9144000" cy="9144000"/>
  <p:notesSz cx="9144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Editable Wyld Wandering template. Replace all bracketed text before use. To add a photo, remove the photo placeholder rectangle and its label, insert your licensed image and crop it to the same bounds. Use the supplied vector logo masters when replacing brand artwork. Text and layout shapes are editable; the logo is an image. Georgia and Arial are the Office fallback fonts.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Editable Wyld Wandering template. Replace all bracketed text before use. To add a photo, remove the photo placeholder rectangle and its label, insert your licensed image and crop it to the same bounds. Use the supplied vector logo masters when replacing brand artwork. Text and layout shapes are editable; the logo is an image. Georgia and Arial are the Office fallback fonts.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BF5"/>
        </a:solidFill>
      </p:bgPr>
    </p:bg>
    <p:spTree>
      <p:nvGrpSpPr>
        <p:cNvPr id="1" name=""/>
        <p:cNvGrpSpPr/>
        <p:nvPr/>
      </p:nvGrpSpPr>
      <p:grpSpPr>
        <a:xfrm>
          <a:off x="0" y="0"/>
          <a:ext cx="0" cy="0"/>
          <a:chOff x="0" y="0"/>
          <a:chExt cx="0" cy="0"/>
        </a:xfrm>
      </p:grpSpPr>
      <p:pic>
        <p:nvPicPr>
          <p:cNvPr id="2" name="Image 0" descr="/Users/zakwinnick/Documents/GitHub/WyldWandering/branding/wyld-wandering-brand-kit-v1/01-logos/png/ww-horizontal-light.png">    </p:cNvPr>
          <p:cNvPicPr>
            <a:picLocks noChangeAspect="1"/>
          </p:cNvPicPr>
          <p:nvPr/>
        </p:nvPicPr>
        <p:blipFill>
          <a:blip r:embed="rId1"/>
          <a:stretch>
            <a:fillRect/>
          </a:stretch>
        </p:blipFill>
        <p:spPr>
          <a:xfrm>
            <a:off x="381000" y="296317"/>
            <a:ext cx="4233267" cy="816322"/>
          </a:xfrm>
          <a:prstGeom prst="rect">
            <a:avLst/>
          </a:prstGeom>
        </p:spPr>
      </p:pic>
      <p:sp>
        <p:nvSpPr>
          <p:cNvPr id="3" name="Text 0"/>
          <p:cNvSpPr/>
          <p:nvPr/>
        </p:nvSpPr>
        <p:spPr>
          <a:xfrm>
            <a:off x="592634" y="1777901"/>
            <a:ext cx="7958584" cy="3936950"/>
          </a:xfrm>
          <a:prstGeom prst="rect">
            <a:avLst/>
          </a:prstGeom>
          <a:solidFill>
            <a:srgbClr val="E8E3DA"/>
          </a:solidFill>
          <a:ln/>
        </p:spPr>
        <p:txBody>
          <a:bodyPr wrap="square" rtlCol="0" anchor="ctr"/>
          <a:lstStyle/>
          <a:p>
            <a:pPr indent="0" marL="0">
              <a:buNone/>
            </a:pPr>
            <a:endParaRPr lang="en-US" dirty="0"/>
          </a:p>
        </p:txBody>
      </p:sp>
      <p:sp>
        <p:nvSpPr>
          <p:cNvPr id="4" name="Text 1"/>
          <p:cNvSpPr/>
          <p:nvPr/>
        </p:nvSpPr>
        <p:spPr>
          <a:xfrm>
            <a:off x="-91440" y="3598218"/>
            <a:ext cx="9326880" cy="296317"/>
          </a:xfrm>
          <a:prstGeom prst="rect">
            <a:avLst/>
          </a:prstGeom>
          <a:noFill/>
          <a:ln/>
        </p:spPr>
        <p:txBody>
          <a:bodyPr wrap="square" lIns="0" tIns="0" rIns="0" bIns="0" rtlCol="0" anchor="t"/>
          <a:lstStyle/>
          <a:p>
            <a:pPr algn="ctr" indent="0" marL="0">
              <a:lnSpc>
                <a:spcPts val="2053"/>
              </a:lnSpc>
              <a:buNone/>
            </a:pPr>
            <a:r>
              <a:rPr lang="en-US" sz="1867" dirty="0">
                <a:solidFill>
                  <a:srgbClr val="0F1A14"/>
                </a:solidFill>
                <a:latin typeface="Arial" pitchFamily="34" charset="0"/>
                <a:ea typeface="Arial" pitchFamily="34" charset="-122"/>
                <a:cs typeface="Arial" pitchFamily="34" charset="-120"/>
              </a:rPr>
              <a:t>[ Add destination photo ]</a:t>
            </a:r>
            <a:endParaRPr lang="en-US" sz="1867" dirty="0"/>
          </a:p>
        </p:txBody>
      </p:sp>
      <p:sp>
        <p:nvSpPr>
          <p:cNvPr id="5" name="Text 2"/>
          <p:cNvSpPr/>
          <p:nvPr/>
        </p:nvSpPr>
        <p:spPr>
          <a:xfrm>
            <a:off x="634901" y="6180534"/>
            <a:ext cx="8376886" cy="190500"/>
          </a:xfrm>
          <a:prstGeom prst="rect">
            <a:avLst/>
          </a:prstGeom>
          <a:noFill/>
          <a:ln/>
        </p:spPr>
        <p:txBody>
          <a:bodyPr wrap="square" lIns="0" tIns="0" rIns="0" bIns="0" rtlCol="0" anchor="t"/>
          <a:lstStyle/>
          <a:p>
            <a:pPr algn="l" indent="0" marL="0">
              <a:lnSpc>
                <a:spcPts val="1320"/>
              </a:lnSpc>
              <a:buNone/>
            </a:pPr>
            <a:r>
              <a:rPr lang="en-US" sz="1200" dirty="0">
                <a:solidFill>
                  <a:srgbClr val="0F1A14"/>
                </a:solidFill>
                <a:latin typeface="Arial" pitchFamily="34" charset="0"/>
                <a:ea typeface="Arial" pitchFamily="34" charset="-122"/>
                <a:cs typeface="Arial" pitchFamily="34" charset="-120"/>
              </a:rPr>
              <a:t>[ DESTINATION ]</a:t>
            </a:r>
            <a:endParaRPr lang="en-US" sz="1200" dirty="0"/>
          </a:p>
        </p:txBody>
      </p:sp>
      <p:sp>
        <p:nvSpPr>
          <p:cNvPr id="6" name="Text 3"/>
          <p:cNvSpPr/>
          <p:nvPr/>
        </p:nvSpPr>
        <p:spPr>
          <a:xfrm>
            <a:off x="592634" y="6773317"/>
            <a:ext cx="8419999" cy="709017"/>
          </a:xfrm>
          <a:prstGeom prst="rect">
            <a:avLst/>
          </a:prstGeom>
          <a:noFill/>
          <a:ln/>
        </p:spPr>
        <p:txBody>
          <a:bodyPr wrap="square" lIns="0" tIns="0" rIns="0" bIns="0" rtlCol="0" anchor="t"/>
          <a:lstStyle/>
          <a:p>
            <a:pPr algn="l" indent="0" marL="0">
              <a:lnSpc>
                <a:spcPts val="4913"/>
              </a:lnSpc>
              <a:buNone/>
            </a:pPr>
            <a:r>
              <a:rPr lang="en-US" sz="4467" dirty="0">
                <a:solidFill>
                  <a:srgbClr val="0F1A14"/>
                </a:solidFill>
                <a:latin typeface="Georgia" pitchFamily="34" charset="0"/>
                <a:ea typeface="Georgia" pitchFamily="34" charset="-122"/>
                <a:cs typeface="Georgia" pitchFamily="34" charset="-120"/>
              </a:rPr>
              <a:t>[ Your headline ]</a:t>
            </a:r>
            <a:endParaRPr lang="en-US" sz="4467" dirty="0"/>
          </a:p>
        </p:txBody>
      </p:sp>
      <p:sp>
        <p:nvSpPr>
          <p:cNvPr id="7" name="Text 4"/>
          <p:cNvSpPr/>
          <p:nvPr/>
        </p:nvSpPr>
        <p:spPr>
          <a:xfrm>
            <a:off x="634901" y="7831634"/>
            <a:ext cx="8376886" cy="264468"/>
          </a:xfrm>
          <a:prstGeom prst="rect">
            <a:avLst/>
          </a:prstGeom>
          <a:noFill/>
          <a:ln/>
        </p:spPr>
        <p:txBody>
          <a:bodyPr wrap="square" lIns="0" tIns="0" rIns="0" bIns="0" rtlCol="0" anchor="t"/>
          <a:lstStyle/>
          <a:p>
            <a:pPr algn="l" indent="0" marL="0">
              <a:lnSpc>
                <a:spcPts val="1833"/>
              </a:lnSpc>
              <a:buNone/>
            </a:pPr>
            <a:r>
              <a:rPr lang="en-US" sz="1667" dirty="0">
                <a:solidFill>
                  <a:srgbClr val="0F1A14"/>
                </a:solidFill>
                <a:latin typeface="Arial" pitchFamily="34" charset="0"/>
                <a:ea typeface="Arial" pitchFamily="34" charset="-122"/>
                <a:cs typeface="Arial" pitchFamily="34" charset="-120"/>
              </a:rPr>
              <a:t>[ One useful detail about this place. ]</a:t>
            </a:r>
            <a:endParaRPr lang="en-US" sz="1667" dirty="0"/>
          </a:p>
        </p:txBody>
      </p:sp>
      <p:sp>
        <p:nvSpPr>
          <p:cNvPr id="8" name="Text 5"/>
          <p:cNvSpPr/>
          <p:nvPr/>
        </p:nvSpPr>
        <p:spPr>
          <a:xfrm>
            <a:off x="634901" y="8551218"/>
            <a:ext cx="8376886" cy="190500"/>
          </a:xfrm>
          <a:prstGeom prst="rect">
            <a:avLst/>
          </a:prstGeom>
          <a:noFill/>
          <a:ln/>
        </p:spPr>
        <p:txBody>
          <a:bodyPr wrap="square" lIns="0" tIns="0" rIns="0" bIns="0" rtlCol="0" anchor="t"/>
          <a:lstStyle/>
          <a:p>
            <a:pPr algn="l" indent="0" marL="0">
              <a:lnSpc>
                <a:spcPts val="1320"/>
              </a:lnSpc>
              <a:buNone/>
            </a:pPr>
            <a:r>
              <a:rPr lang="en-US" sz="1200" dirty="0">
                <a:solidFill>
                  <a:srgbClr val="0F1A14"/>
                </a:solidFill>
                <a:latin typeface="Arial" pitchFamily="34" charset="0"/>
                <a:ea typeface="Arial" pitchFamily="34" charset="-122"/>
                <a:cs typeface="Arial" pitchFamily="34" charset="-120"/>
              </a:rPr>
              <a:t>wyldwandering.com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A14"/>
        </a:solidFill>
      </p:bgPr>
    </p:bg>
    <p:spTree>
      <p:nvGrpSpPr>
        <p:cNvPr id="1" name=""/>
        <p:cNvGrpSpPr/>
        <p:nvPr/>
      </p:nvGrpSpPr>
      <p:grpSpPr>
        <a:xfrm>
          <a:off x="0" y="0"/>
          <a:ext cx="0" cy="0"/>
          <a:chOff x="0" y="0"/>
          <a:chExt cx="0" cy="0"/>
        </a:xfrm>
      </p:grpSpPr>
      <p:pic>
        <p:nvPicPr>
          <p:cNvPr id="2" name="Image 0" descr="/Users/zakwinnick/Documents/GitHub/WyldWandering/branding/wyld-wandering-brand-kit-v1/01-logos/png/ww-horizontal-dark.png">    </p:cNvPr>
          <p:cNvPicPr>
            <a:picLocks noChangeAspect="1"/>
          </p:cNvPicPr>
          <p:nvPr/>
        </p:nvPicPr>
        <p:blipFill>
          <a:blip r:embed="rId1"/>
          <a:stretch>
            <a:fillRect/>
          </a:stretch>
        </p:blipFill>
        <p:spPr>
          <a:xfrm>
            <a:off x="381000" y="296317"/>
            <a:ext cx="4233267" cy="816322"/>
          </a:xfrm>
          <a:prstGeom prst="rect">
            <a:avLst/>
          </a:prstGeom>
        </p:spPr>
      </p:pic>
      <p:sp>
        <p:nvSpPr>
          <p:cNvPr id="3" name="Text 0"/>
          <p:cNvSpPr/>
          <p:nvPr/>
        </p:nvSpPr>
        <p:spPr>
          <a:xfrm>
            <a:off x="592634" y="1777901"/>
            <a:ext cx="7958584" cy="3936950"/>
          </a:xfrm>
          <a:prstGeom prst="rect">
            <a:avLst/>
          </a:prstGeom>
          <a:solidFill>
            <a:srgbClr val="26382C"/>
          </a:solidFill>
          <a:ln/>
        </p:spPr>
        <p:txBody>
          <a:bodyPr wrap="square" rtlCol="0" anchor="ctr"/>
          <a:lstStyle/>
          <a:p>
            <a:pPr indent="0" marL="0">
              <a:buNone/>
            </a:pPr>
            <a:endParaRPr lang="en-US" dirty="0"/>
          </a:p>
        </p:txBody>
      </p:sp>
      <p:sp>
        <p:nvSpPr>
          <p:cNvPr id="4" name="Text 1"/>
          <p:cNvSpPr/>
          <p:nvPr/>
        </p:nvSpPr>
        <p:spPr>
          <a:xfrm>
            <a:off x="-91440" y="3598218"/>
            <a:ext cx="9326880" cy="296317"/>
          </a:xfrm>
          <a:prstGeom prst="rect">
            <a:avLst/>
          </a:prstGeom>
          <a:noFill/>
          <a:ln/>
        </p:spPr>
        <p:txBody>
          <a:bodyPr wrap="square" lIns="0" tIns="0" rIns="0" bIns="0" rtlCol="0" anchor="t"/>
          <a:lstStyle/>
          <a:p>
            <a:pPr algn="ctr" indent="0" marL="0">
              <a:lnSpc>
                <a:spcPts val="2053"/>
              </a:lnSpc>
              <a:buNone/>
            </a:pPr>
            <a:r>
              <a:rPr lang="en-US" sz="1867" dirty="0">
                <a:solidFill>
                  <a:srgbClr val="FFFBF5"/>
                </a:solidFill>
                <a:latin typeface="Arial" pitchFamily="34" charset="0"/>
                <a:ea typeface="Arial" pitchFamily="34" charset="-122"/>
                <a:cs typeface="Arial" pitchFamily="34" charset="-120"/>
              </a:rPr>
              <a:t>[ Add destination photo ]</a:t>
            </a:r>
            <a:endParaRPr lang="en-US" sz="1867" dirty="0"/>
          </a:p>
        </p:txBody>
      </p:sp>
      <p:sp>
        <p:nvSpPr>
          <p:cNvPr id="5" name="Text 2"/>
          <p:cNvSpPr/>
          <p:nvPr/>
        </p:nvSpPr>
        <p:spPr>
          <a:xfrm>
            <a:off x="634901" y="6180534"/>
            <a:ext cx="8376886" cy="190500"/>
          </a:xfrm>
          <a:prstGeom prst="rect">
            <a:avLst/>
          </a:prstGeom>
          <a:noFill/>
          <a:ln/>
        </p:spPr>
        <p:txBody>
          <a:bodyPr wrap="square" lIns="0" tIns="0" rIns="0" bIns="0" rtlCol="0" anchor="t"/>
          <a:lstStyle/>
          <a:p>
            <a:pPr algn="l" indent="0" marL="0">
              <a:lnSpc>
                <a:spcPts val="1320"/>
              </a:lnSpc>
              <a:buNone/>
            </a:pPr>
            <a:r>
              <a:rPr lang="en-US" sz="1200" dirty="0">
                <a:solidFill>
                  <a:srgbClr val="FFFBF5"/>
                </a:solidFill>
                <a:latin typeface="Arial" pitchFamily="34" charset="0"/>
                <a:ea typeface="Arial" pitchFamily="34" charset="-122"/>
                <a:cs typeface="Arial" pitchFamily="34" charset="-120"/>
              </a:rPr>
              <a:t>[ DESTINATION ]</a:t>
            </a:r>
            <a:endParaRPr lang="en-US" sz="1200" dirty="0"/>
          </a:p>
        </p:txBody>
      </p:sp>
      <p:sp>
        <p:nvSpPr>
          <p:cNvPr id="6" name="Text 3"/>
          <p:cNvSpPr/>
          <p:nvPr/>
        </p:nvSpPr>
        <p:spPr>
          <a:xfrm>
            <a:off x="592634" y="6773317"/>
            <a:ext cx="8419999" cy="709017"/>
          </a:xfrm>
          <a:prstGeom prst="rect">
            <a:avLst/>
          </a:prstGeom>
          <a:noFill/>
          <a:ln/>
        </p:spPr>
        <p:txBody>
          <a:bodyPr wrap="square" lIns="0" tIns="0" rIns="0" bIns="0" rtlCol="0" anchor="t"/>
          <a:lstStyle/>
          <a:p>
            <a:pPr algn="l" indent="0" marL="0">
              <a:lnSpc>
                <a:spcPts val="4913"/>
              </a:lnSpc>
              <a:buNone/>
            </a:pPr>
            <a:r>
              <a:rPr lang="en-US" sz="4467" dirty="0">
                <a:solidFill>
                  <a:srgbClr val="FFFBF5"/>
                </a:solidFill>
                <a:latin typeface="Georgia" pitchFamily="34" charset="0"/>
                <a:ea typeface="Georgia" pitchFamily="34" charset="-122"/>
                <a:cs typeface="Georgia" pitchFamily="34" charset="-120"/>
              </a:rPr>
              <a:t>[ Your headline ]</a:t>
            </a:r>
            <a:endParaRPr lang="en-US" sz="4467" dirty="0"/>
          </a:p>
        </p:txBody>
      </p:sp>
      <p:sp>
        <p:nvSpPr>
          <p:cNvPr id="7" name="Text 4"/>
          <p:cNvSpPr/>
          <p:nvPr/>
        </p:nvSpPr>
        <p:spPr>
          <a:xfrm>
            <a:off x="634901" y="7831634"/>
            <a:ext cx="8376886" cy="264468"/>
          </a:xfrm>
          <a:prstGeom prst="rect">
            <a:avLst/>
          </a:prstGeom>
          <a:noFill/>
          <a:ln/>
        </p:spPr>
        <p:txBody>
          <a:bodyPr wrap="square" lIns="0" tIns="0" rIns="0" bIns="0" rtlCol="0" anchor="t"/>
          <a:lstStyle/>
          <a:p>
            <a:pPr algn="l" indent="0" marL="0">
              <a:lnSpc>
                <a:spcPts val="1833"/>
              </a:lnSpc>
              <a:buNone/>
            </a:pPr>
            <a:r>
              <a:rPr lang="en-US" sz="1667" dirty="0">
                <a:solidFill>
                  <a:srgbClr val="FFFBF5"/>
                </a:solidFill>
                <a:latin typeface="Arial" pitchFamily="34" charset="0"/>
                <a:ea typeface="Arial" pitchFamily="34" charset="-122"/>
                <a:cs typeface="Arial" pitchFamily="34" charset="-120"/>
              </a:rPr>
              <a:t>[ One useful detail about this place. ]</a:t>
            </a:r>
            <a:endParaRPr lang="en-US" sz="1667" dirty="0"/>
          </a:p>
        </p:txBody>
      </p:sp>
      <p:sp>
        <p:nvSpPr>
          <p:cNvPr id="8" name="Text 5"/>
          <p:cNvSpPr/>
          <p:nvPr/>
        </p:nvSpPr>
        <p:spPr>
          <a:xfrm>
            <a:off x="634901" y="8551218"/>
            <a:ext cx="8376886" cy="190500"/>
          </a:xfrm>
          <a:prstGeom prst="rect">
            <a:avLst/>
          </a:prstGeom>
          <a:noFill/>
          <a:ln/>
        </p:spPr>
        <p:txBody>
          <a:bodyPr wrap="square" lIns="0" tIns="0" rIns="0" bIns="0" rtlCol="0" anchor="t"/>
          <a:lstStyle/>
          <a:p>
            <a:pPr algn="l" indent="0" marL="0">
              <a:lnSpc>
                <a:spcPts val="1320"/>
              </a:lnSpc>
              <a:buNone/>
            </a:pPr>
            <a:r>
              <a:rPr lang="en-US" sz="1200" dirty="0">
                <a:solidFill>
                  <a:srgbClr val="FFFBF5"/>
                </a:solidFill>
                <a:latin typeface="Arial" pitchFamily="34" charset="0"/>
                <a:ea typeface="Arial" pitchFamily="34" charset="-122"/>
                <a:cs typeface="Arial" pitchFamily="34" charset="-120"/>
              </a:rPr>
              <a:t>wyldwandering.com</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Wyld Wandering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Wyld Wandering — social-square</dc:title>
  <dc:subject>Editable brand template</dc:subject>
  <dc:creator>Wyld Wandering</dc:creator>
  <cp:lastModifiedBy>Wyld Wandering</cp:lastModifiedBy>
  <cp:revision>1</cp:revision>
  <dcterms:created xsi:type="dcterms:W3CDTF">2026-10-22T22:54:16Z</dcterms:created>
  <dcterms:modified xsi:type="dcterms:W3CDTF">2026-10-22T22:54:16Z</dcterms:modified>
</cp:coreProperties>
</file>