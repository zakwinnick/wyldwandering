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BF5"/>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stacked-light.png">    </p:cNvPr>
          <p:cNvPicPr>
            <a:picLocks noChangeAspect="1"/>
          </p:cNvPicPr>
          <p:nvPr/>
        </p:nvPicPr>
        <p:blipFill>
          <a:blip r:embed="rId1"/>
          <a:stretch>
            <a:fillRect/>
          </a:stretch>
        </p:blipFill>
        <p:spPr>
          <a:xfrm>
            <a:off x="777180" y="594271"/>
            <a:ext cx="6217890" cy="3233291"/>
          </a:xfrm>
          <a:prstGeom prst="rect">
            <a:avLst/>
          </a:prstGeom>
        </p:spPr>
      </p:pic>
      <p:sp>
        <p:nvSpPr>
          <p:cNvPr id="3" name="Text 0"/>
          <p:cNvSpPr/>
          <p:nvPr/>
        </p:nvSpPr>
        <p:spPr>
          <a:xfrm>
            <a:off x="777180" y="4114800"/>
            <a:ext cx="6808592" cy="159990"/>
          </a:xfrm>
          <a:prstGeom prst="rect">
            <a:avLst/>
          </a:prstGeom>
          <a:noFill/>
          <a:ln/>
        </p:spPr>
        <p:txBody>
          <a:bodyPr wrap="square" lIns="0" tIns="0" rIns="0" bIns="0" rtlCol="0" anchor="t"/>
          <a:lstStyle/>
          <a:p>
            <a:pPr algn="l" indent="0" marL="0">
              <a:lnSpc>
                <a:spcPts val="1109"/>
              </a:lnSpc>
              <a:buNone/>
            </a:pPr>
            <a:r>
              <a:rPr lang="en-US" sz="1008" dirty="0">
                <a:solidFill>
                  <a:srgbClr val="0F1A14"/>
                </a:solidFill>
                <a:latin typeface="Arial" pitchFamily="34" charset="0"/>
                <a:ea typeface="Arial" pitchFamily="34" charset="-122"/>
                <a:cs typeface="Arial" pitchFamily="34" charset="-120"/>
              </a:rPr>
              <a:t>YOUR ITINERARY</a:t>
            </a:r>
            <a:endParaRPr lang="en-US" sz="1008" dirty="0"/>
          </a:p>
        </p:txBody>
      </p:sp>
      <p:sp>
        <p:nvSpPr>
          <p:cNvPr id="4" name="Text 1"/>
          <p:cNvSpPr/>
          <p:nvPr/>
        </p:nvSpPr>
        <p:spPr>
          <a:xfrm>
            <a:off x="731490" y="4754761"/>
            <a:ext cx="6855196" cy="731490"/>
          </a:xfrm>
          <a:prstGeom prst="rect">
            <a:avLst/>
          </a:prstGeom>
          <a:noFill/>
          <a:ln/>
        </p:spPr>
        <p:txBody>
          <a:bodyPr wrap="square" lIns="0" tIns="0" rIns="0" bIns="0" rtlCol="0" anchor="t"/>
          <a:lstStyle/>
          <a:p>
            <a:pPr algn="l" indent="0" marL="0">
              <a:lnSpc>
                <a:spcPts val="5069"/>
              </a:lnSpc>
              <a:buNone/>
            </a:pPr>
            <a:r>
              <a:rPr lang="en-US" sz="4608" dirty="0">
                <a:solidFill>
                  <a:srgbClr val="0F1A14"/>
                </a:solidFill>
                <a:latin typeface="Georgia" pitchFamily="34" charset="0"/>
                <a:ea typeface="Georgia" pitchFamily="34" charset="-122"/>
                <a:cs typeface="Georgia" pitchFamily="34" charset="-120"/>
              </a:rPr>
              <a:t>[ Destination ]</a:t>
            </a:r>
            <a:endParaRPr lang="en-US" sz="4608" dirty="0"/>
          </a:p>
        </p:txBody>
      </p:sp>
      <p:sp>
        <p:nvSpPr>
          <p:cNvPr id="5" name="Text 2"/>
          <p:cNvSpPr/>
          <p:nvPr/>
        </p:nvSpPr>
        <p:spPr>
          <a:xfrm>
            <a:off x="777180" y="5669161"/>
            <a:ext cx="6808592" cy="251371"/>
          </a:xfrm>
          <a:prstGeom prst="rect">
            <a:avLst/>
          </a:prstGeom>
          <a:noFill/>
          <a:ln/>
        </p:spPr>
        <p:txBody>
          <a:bodyPr wrap="square" lIns="0" tIns="0" rIns="0" bIns="0" rtlCol="0" anchor="t"/>
          <a:lstStyle/>
          <a:p>
            <a:pPr algn="l" indent="0" marL="0">
              <a:lnSpc>
                <a:spcPts val="1742"/>
              </a:lnSpc>
              <a:buNone/>
            </a:pPr>
            <a:r>
              <a:rPr lang="en-US" sz="1584" dirty="0">
                <a:solidFill>
                  <a:srgbClr val="0F1A14"/>
                </a:solidFill>
                <a:latin typeface="Arial" pitchFamily="34" charset="0"/>
                <a:ea typeface="Arial" pitchFamily="34" charset="-122"/>
                <a:cs typeface="Arial" pitchFamily="34" charset="-120"/>
              </a:rPr>
              <a:t>Prepared for [ Client name ]</a:t>
            </a:r>
            <a:endParaRPr lang="en-US" sz="1584" dirty="0"/>
          </a:p>
        </p:txBody>
      </p:sp>
      <p:sp>
        <p:nvSpPr>
          <p:cNvPr id="6" name="Text 3"/>
          <p:cNvSpPr/>
          <p:nvPr/>
        </p:nvSpPr>
        <p:spPr>
          <a:xfrm>
            <a:off x="777180" y="6172200"/>
            <a:ext cx="6808592" cy="251371"/>
          </a:xfrm>
          <a:prstGeom prst="rect">
            <a:avLst/>
          </a:prstGeom>
          <a:noFill/>
          <a:ln/>
        </p:spPr>
        <p:txBody>
          <a:bodyPr wrap="square" lIns="0" tIns="0" rIns="0" bIns="0" rtlCol="0" anchor="t"/>
          <a:lstStyle/>
          <a:p>
            <a:pPr algn="l" indent="0" marL="0">
              <a:lnSpc>
                <a:spcPts val="1742"/>
              </a:lnSpc>
              <a:buNone/>
            </a:pPr>
            <a:r>
              <a:rPr lang="en-US" sz="1584" dirty="0">
                <a:solidFill>
                  <a:srgbClr val="0F1A14"/>
                </a:solidFill>
                <a:latin typeface="Arial" pitchFamily="34" charset="0"/>
                <a:ea typeface="Arial" pitchFamily="34" charset="-122"/>
                <a:cs typeface="Arial" pitchFamily="34" charset="-120"/>
              </a:rPr>
              <a:t>[ Travel dates ]</a:t>
            </a:r>
            <a:endParaRPr lang="en-US" sz="1584" dirty="0"/>
          </a:p>
        </p:txBody>
      </p:sp>
      <p:sp>
        <p:nvSpPr>
          <p:cNvPr id="7" name="Text 4"/>
          <p:cNvSpPr/>
          <p:nvPr/>
        </p:nvSpPr>
        <p:spPr>
          <a:xfrm>
            <a:off x="777180" y="7177980"/>
            <a:ext cx="868561" cy="27384"/>
          </a:xfrm>
          <a:prstGeom prst="rect">
            <a:avLst/>
          </a:prstGeom>
          <a:solidFill>
            <a:srgbClr val="C45D3A"/>
          </a:solidFill>
          <a:ln/>
        </p:spPr>
        <p:txBody>
          <a:bodyPr wrap="square" rtlCol="0" anchor="ctr"/>
          <a:lstStyle/>
          <a:p>
            <a:pPr indent="0" marL="0">
              <a:buNone/>
            </a:pPr>
            <a:endParaRPr lang="en-US" dirty="0"/>
          </a:p>
        </p:txBody>
      </p:sp>
      <p:sp>
        <p:nvSpPr>
          <p:cNvPr id="8" name="Text 5"/>
          <p:cNvSpPr/>
          <p:nvPr/>
        </p:nvSpPr>
        <p:spPr>
          <a:xfrm>
            <a:off x="777180" y="7772400"/>
            <a:ext cx="6808592" cy="365671"/>
          </a:xfrm>
          <a:prstGeom prst="rect">
            <a:avLst/>
          </a:prstGeom>
          <a:noFill/>
          <a:ln/>
        </p:spPr>
        <p:txBody>
          <a:bodyPr wrap="square" lIns="0" tIns="0" rIns="0" bIns="0" rtlCol="0" anchor="t"/>
          <a:lstStyle/>
          <a:p>
            <a:pPr algn="l" indent="0" marL="0">
              <a:lnSpc>
                <a:spcPts val="2534"/>
              </a:lnSpc>
              <a:buNone/>
            </a:pPr>
            <a:r>
              <a:rPr lang="en-US" sz="2304" dirty="0">
                <a:solidFill>
                  <a:srgbClr val="0F1A14"/>
                </a:solidFill>
                <a:latin typeface="Georgia" pitchFamily="34" charset="0"/>
                <a:ea typeface="Georgia" pitchFamily="34" charset="-122"/>
                <a:cs typeface="Georgia" pitchFamily="34" charset="-120"/>
              </a:rPr>
              <a:t>Your trip, handled.</a:t>
            </a:r>
            <a:endParaRPr lang="en-US" sz="2304" dirty="0"/>
          </a:p>
        </p:txBody>
      </p:sp>
      <p:sp>
        <p:nvSpPr>
          <p:cNvPr id="9" name="Text 6"/>
          <p:cNvSpPr/>
          <p:nvPr/>
        </p:nvSpPr>
        <p:spPr>
          <a:xfrm>
            <a:off x="777180" y="9235380"/>
            <a:ext cx="6808592" cy="182761"/>
          </a:xfrm>
          <a:prstGeom prst="rect">
            <a:avLst/>
          </a:prstGeom>
          <a:noFill/>
          <a:ln/>
        </p:spPr>
        <p:txBody>
          <a:bodyPr wrap="square" lIns="0" tIns="0" rIns="0" bIns="0" rtlCol="0" anchor="t"/>
          <a:lstStyle/>
          <a:p>
            <a:pPr algn="l" indent="0" marL="0">
              <a:lnSpc>
                <a:spcPts val="1267"/>
              </a:lnSpc>
              <a:buNone/>
            </a:pPr>
            <a:r>
              <a:rPr lang="en-US" sz="1152" dirty="0">
                <a:solidFill>
                  <a:srgbClr val="0F1A14"/>
                </a:solidFill>
                <a:latin typeface="Arial" pitchFamily="34" charset="0"/>
                <a:ea typeface="Arial" pitchFamily="34" charset="-122"/>
                <a:cs typeface="Arial" pitchFamily="34" charset="-120"/>
              </a:rPr>
              <a:t>wyldwandering.com</a:t>
            </a:r>
            <a:endParaRPr lang="en-US" sz="115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BF5"/>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light.png">    </p:cNvPr>
          <p:cNvPicPr>
            <a:picLocks noChangeAspect="1"/>
          </p:cNvPicPr>
          <p:nvPr/>
        </p:nvPicPr>
        <p:blipFill>
          <a:blip r:embed="rId1"/>
          <a:stretch>
            <a:fillRect/>
          </a:stretch>
        </p:blipFill>
        <p:spPr>
          <a:xfrm>
            <a:off x="411361" y="319980"/>
            <a:ext cx="3840361" cy="740569"/>
          </a:xfrm>
          <a:prstGeom prst="rect">
            <a:avLst/>
          </a:prstGeom>
        </p:spPr>
      </p:pic>
      <p:sp>
        <p:nvSpPr>
          <p:cNvPr id="3" name="Text 0"/>
          <p:cNvSpPr/>
          <p:nvPr/>
        </p:nvSpPr>
        <p:spPr>
          <a:xfrm>
            <a:off x="594271" y="1554361"/>
            <a:ext cx="6995160" cy="159990"/>
          </a:xfrm>
          <a:prstGeom prst="rect">
            <a:avLst/>
          </a:prstGeom>
          <a:noFill/>
          <a:ln/>
        </p:spPr>
        <p:txBody>
          <a:bodyPr wrap="square" lIns="0" tIns="0" rIns="0" bIns="0" rtlCol="0" anchor="t"/>
          <a:lstStyle/>
          <a:p>
            <a:pPr algn="l" indent="0" marL="0">
              <a:lnSpc>
                <a:spcPts val="1109"/>
              </a:lnSpc>
              <a:buNone/>
            </a:pPr>
            <a:r>
              <a:rPr lang="en-US" sz="1008" dirty="0">
                <a:solidFill>
                  <a:srgbClr val="0F1A14"/>
                </a:solidFill>
                <a:latin typeface="Arial" pitchFamily="34" charset="0"/>
                <a:ea typeface="Arial" pitchFamily="34" charset="-122"/>
                <a:cs typeface="Arial" pitchFamily="34" charset="-120"/>
              </a:rPr>
              <a:t>[ DAY 01 / DATE ]</a:t>
            </a:r>
            <a:endParaRPr lang="en-US" sz="1008" dirty="0"/>
          </a:p>
        </p:txBody>
      </p:sp>
      <p:sp>
        <p:nvSpPr>
          <p:cNvPr id="4" name="Text 1"/>
          <p:cNvSpPr/>
          <p:nvPr/>
        </p:nvSpPr>
        <p:spPr>
          <a:xfrm>
            <a:off x="548580" y="2057400"/>
            <a:ext cx="7041764" cy="594271"/>
          </a:xfrm>
          <a:prstGeom prst="rect">
            <a:avLst/>
          </a:prstGeom>
          <a:noFill/>
          <a:ln/>
        </p:spPr>
        <p:txBody>
          <a:bodyPr wrap="square" lIns="0" tIns="0" rIns="0" bIns="0" rtlCol="0" anchor="t"/>
          <a:lstStyle/>
          <a:p>
            <a:pPr algn="l" indent="0" marL="0">
              <a:lnSpc>
                <a:spcPts val="4118"/>
              </a:lnSpc>
              <a:buNone/>
            </a:pPr>
            <a:r>
              <a:rPr lang="en-US" sz="3744" dirty="0">
                <a:solidFill>
                  <a:srgbClr val="0F1A14"/>
                </a:solidFill>
                <a:latin typeface="Georgia" pitchFamily="34" charset="0"/>
                <a:ea typeface="Georgia" pitchFamily="34" charset="-122"/>
                <a:cs typeface="Georgia" pitchFamily="34" charset="-120"/>
              </a:rPr>
              <a:t>[ A day in place ]</a:t>
            </a:r>
            <a:endParaRPr lang="en-US" sz="3744" dirty="0"/>
          </a:p>
        </p:txBody>
      </p:sp>
      <p:sp>
        <p:nvSpPr>
          <p:cNvPr id="5" name="Text 2"/>
          <p:cNvSpPr/>
          <p:nvPr/>
        </p:nvSpPr>
        <p:spPr>
          <a:xfrm>
            <a:off x="594271" y="2788890"/>
            <a:ext cx="6995160" cy="228600"/>
          </a:xfrm>
          <a:prstGeom prst="rect">
            <a:avLst/>
          </a:prstGeom>
          <a:noFill/>
          <a:ln/>
        </p:spPr>
        <p:txBody>
          <a:bodyPr wrap="square" lIns="0" tIns="0" rIns="0" bIns="0" rtlCol="0" anchor="t"/>
          <a:lstStyle/>
          <a:p>
            <a:pPr algn="l" indent="0" marL="0">
              <a:lnSpc>
                <a:spcPts val="1584"/>
              </a:lnSpc>
              <a:buNone/>
            </a:pPr>
            <a:r>
              <a:rPr lang="en-US" sz="1440" dirty="0">
                <a:solidFill>
                  <a:srgbClr val="0F1A14"/>
                </a:solidFill>
                <a:latin typeface="Arial" pitchFamily="34" charset="0"/>
                <a:ea typeface="Arial" pitchFamily="34" charset="-122"/>
                <a:cs typeface="Arial" pitchFamily="34" charset="-120"/>
              </a:rPr>
              <a:t>[ A short introduction to the day. ]</a:t>
            </a:r>
            <a:endParaRPr lang="en-US" sz="1440" dirty="0"/>
          </a:p>
        </p:txBody>
      </p:sp>
      <p:sp>
        <p:nvSpPr>
          <p:cNvPr id="6" name="Text 3"/>
          <p:cNvSpPr/>
          <p:nvPr/>
        </p:nvSpPr>
        <p:spPr>
          <a:xfrm>
            <a:off x="594271" y="3383161"/>
            <a:ext cx="6583561" cy="13692"/>
          </a:xfrm>
          <a:prstGeom prst="rect">
            <a:avLst/>
          </a:prstGeom>
          <a:solidFill>
            <a:srgbClr val="E8E3DA"/>
          </a:solidFill>
          <a:ln/>
        </p:spPr>
        <p:txBody>
          <a:bodyPr wrap="square" rtlCol="0" anchor="ctr"/>
          <a:lstStyle/>
          <a:p>
            <a:pPr indent="0" marL="0">
              <a:buNone/>
            </a:pPr>
            <a:endParaRPr lang="en-US" dirty="0"/>
          </a:p>
        </p:txBody>
      </p:sp>
      <p:sp>
        <p:nvSpPr>
          <p:cNvPr id="7" name="Text 4"/>
          <p:cNvSpPr/>
          <p:nvPr/>
        </p:nvSpPr>
        <p:spPr>
          <a:xfrm>
            <a:off x="594271" y="3794671"/>
            <a:ext cx="6995160" cy="159990"/>
          </a:xfrm>
          <a:prstGeom prst="rect">
            <a:avLst/>
          </a:prstGeom>
          <a:noFill/>
          <a:ln/>
        </p:spPr>
        <p:txBody>
          <a:bodyPr wrap="square" lIns="0" tIns="0" rIns="0" bIns="0" rtlCol="0" anchor="t"/>
          <a:lstStyle/>
          <a:p>
            <a:pPr algn="l" indent="0" marL="0">
              <a:lnSpc>
                <a:spcPts val="1109"/>
              </a:lnSpc>
              <a:buNone/>
            </a:pPr>
            <a:r>
              <a:rPr lang="en-US" sz="1008" dirty="0">
                <a:solidFill>
                  <a:srgbClr val="0F1A14"/>
                </a:solidFill>
                <a:latin typeface="Arial" pitchFamily="34" charset="0"/>
                <a:ea typeface="Arial" pitchFamily="34" charset="-122"/>
                <a:cs typeface="Arial" pitchFamily="34" charset="-120"/>
              </a:rPr>
              <a:t>MORNING</a:t>
            </a:r>
            <a:endParaRPr lang="en-US" sz="1008" dirty="0"/>
          </a:p>
        </p:txBody>
      </p:sp>
      <p:sp>
        <p:nvSpPr>
          <p:cNvPr id="8" name="Text 5"/>
          <p:cNvSpPr/>
          <p:nvPr/>
        </p:nvSpPr>
        <p:spPr>
          <a:xfrm>
            <a:off x="2240161" y="3675757"/>
            <a:ext cx="5316200" cy="331440"/>
          </a:xfrm>
          <a:prstGeom prst="rect">
            <a:avLst/>
          </a:prstGeom>
          <a:noFill/>
          <a:ln/>
        </p:spPr>
        <p:txBody>
          <a:bodyPr wrap="square" lIns="0" tIns="0" rIns="0" bIns="0" rtlCol="0" anchor="t"/>
          <a:lstStyle/>
          <a:p>
            <a:pPr algn="l" indent="0" marL="0">
              <a:lnSpc>
                <a:spcPts val="2297"/>
              </a:lnSpc>
              <a:buNone/>
            </a:pPr>
            <a:r>
              <a:rPr lang="en-US" sz="2088" dirty="0">
                <a:solidFill>
                  <a:srgbClr val="0F1A14"/>
                </a:solidFill>
                <a:latin typeface="Georgia" pitchFamily="34" charset="0"/>
                <a:ea typeface="Georgia" pitchFamily="34" charset="-122"/>
                <a:cs typeface="Georgia" pitchFamily="34" charset="-120"/>
              </a:rPr>
              <a:t>[ Experience ]</a:t>
            </a:r>
            <a:endParaRPr lang="en-US" sz="2088" dirty="0"/>
          </a:p>
        </p:txBody>
      </p:sp>
      <p:sp>
        <p:nvSpPr>
          <p:cNvPr id="9" name="Text 6"/>
          <p:cNvSpPr/>
          <p:nvPr/>
        </p:nvSpPr>
        <p:spPr>
          <a:xfrm>
            <a:off x="2240161" y="4160490"/>
            <a:ext cx="5316200" cy="205680"/>
          </a:xfrm>
          <a:prstGeom prst="rect">
            <a:avLst/>
          </a:prstGeom>
          <a:noFill/>
          <a:ln/>
        </p:spPr>
        <p:txBody>
          <a:bodyPr wrap="square" lIns="0" tIns="0" rIns="0" bIns="0" rtlCol="0" anchor="t"/>
          <a:lstStyle/>
          <a:p>
            <a:pPr algn="l" indent="0" marL="0">
              <a:lnSpc>
                <a:spcPts val="1426"/>
              </a:lnSpc>
              <a:buNone/>
            </a:pPr>
            <a:r>
              <a:rPr lang="en-US" sz="1296" dirty="0">
                <a:solidFill>
                  <a:srgbClr val="0F1A14"/>
                </a:solidFill>
                <a:latin typeface="Arial" pitchFamily="34" charset="0"/>
                <a:ea typeface="Arial" pitchFamily="34" charset="-122"/>
                <a:cs typeface="Arial" pitchFamily="34" charset="-120"/>
              </a:rPr>
              <a:t>[ Time and meeting point ]</a:t>
            </a:r>
            <a:endParaRPr lang="en-US" sz="1296" dirty="0"/>
          </a:p>
        </p:txBody>
      </p:sp>
      <p:sp>
        <p:nvSpPr>
          <p:cNvPr id="10" name="Text 7"/>
          <p:cNvSpPr/>
          <p:nvPr/>
        </p:nvSpPr>
        <p:spPr>
          <a:xfrm>
            <a:off x="2240161" y="4390876"/>
            <a:ext cx="5316200" cy="205680"/>
          </a:xfrm>
          <a:prstGeom prst="rect">
            <a:avLst/>
          </a:prstGeom>
          <a:noFill/>
          <a:ln/>
        </p:spPr>
        <p:txBody>
          <a:bodyPr wrap="square" lIns="0" tIns="0" rIns="0" bIns="0" rtlCol="0" anchor="t"/>
          <a:lstStyle/>
          <a:p>
            <a:pPr algn="l" indent="0" marL="0">
              <a:lnSpc>
                <a:spcPts val="1426"/>
              </a:lnSpc>
              <a:buNone/>
            </a:pPr>
            <a:r>
              <a:rPr lang="en-US" sz="1296" dirty="0">
                <a:solidFill>
                  <a:srgbClr val="0F1A14"/>
                </a:solidFill>
                <a:latin typeface="Arial" pitchFamily="34" charset="0"/>
                <a:ea typeface="Arial" pitchFamily="34" charset="-122"/>
                <a:cs typeface="Arial" pitchFamily="34" charset="-120"/>
              </a:rPr>
              <a:t>[ Booking reference and helpful detail ]</a:t>
            </a:r>
            <a:endParaRPr lang="en-US" sz="1296" dirty="0"/>
          </a:p>
        </p:txBody>
      </p:sp>
      <p:sp>
        <p:nvSpPr>
          <p:cNvPr id="11" name="Text 8"/>
          <p:cNvSpPr/>
          <p:nvPr/>
        </p:nvSpPr>
        <p:spPr>
          <a:xfrm>
            <a:off x="594271" y="5074890"/>
            <a:ext cx="6583561" cy="13692"/>
          </a:xfrm>
          <a:prstGeom prst="rect">
            <a:avLst/>
          </a:prstGeom>
          <a:solidFill>
            <a:srgbClr val="E8E3DA"/>
          </a:solidFill>
          <a:ln/>
        </p:spPr>
        <p:txBody>
          <a:bodyPr wrap="square" rtlCol="0" anchor="ctr"/>
          <a:lstStyle/>
          <a:p>
            <a:pPr indent="0" marL="0">
              <a:buNone/>
            </a:pPr>
            <a:endParaRPr lang="en-US" dirty="0"/>
          </a:p>
        </p:txBody>
      </p:sp>
      <p:sp>
        <p:nvSpPr>
          <p:cNvPr id="12" name="Text 9"/>
          <p:cNvSpPr/>
          <p:nvPr/>
        </p:nvSpPr>
        <p:spPr>
          <a:xfrm>
            <a:off x="594271" y="5486400"/>
            <a:ext cx="6995160" cy="159990"/>
          </a:xfrm>
          <a:prstGeom prst="rect">
            <a:avLst/>
          </a:prstGeom>
          <a:noFill/>
          <a:ln/>
        </p:spPr>
        <p:txBody>
          <a:bodyPr wrap="square" lIns="0" tIns="0" rIns="0" bIns="0" rtlCol="0" anchor="t"/>
          <a:lstStyle/>
          <a:p>
            <a:pPr algn="l" indent="0" marL="0">
              <a:lnSpc>
                <a:spcPts val="1109"/>
              </a:lnSpc>
              <a:buNone/>
            </a:pPr>
            <a:r>
              <a:rPr lang="en-US" sz="1008" dirty="0">
                <a:solidFill>
                  <a:srgbClr val="0F1A14"/>
                </a:solidFill>
                <a:latin typeface="Arial" pitchFamily="34" charset="0"/>
                <a:ea typeface="Arial" pitchFamily="34" charset="-122"/>
                <a:cs typeface="Arial" pitchFamily="34" charset="-120"/>
              </a:rPr>
              <a:t>AFTERNOON</a:t>
            </a:r>
            <a:endParaRPr lang="en-US" sz="1008" dirty="0"/>
          </a:p>
        </p:txBody>
      </p:sp>
      <p:sp>
        <p:nvSpPr>
          <p:cNvPr id="13" name="Text 10"/>
          <p:cNvSpPr/>
          <p:nvPr/>
        </p:nvSpPr>
        <p:spPr>
          <a:xfrm>
            <a:off x="2240161" y="5367486"/>
            <a:ext cx="5316200" cy="331440"/>
          </a:xfrm>
          <a:prstGeom prst="rect">
            <a:avLst/>
          </a:prstGeom>
          <a:noFill/>
          <a:ln/>
        </p:spPr>
        <p:txBody>
          <a:bodyPr wrap="square" lIns="0" tIns="0" rIns="0" bIns="0" rtlCol="0" anchor="t"/>
          <a:lstStyle/>
          <a:p>
            <a:pPr algn="l" indent="0" marL="0">
              <a:lnSpc>
                <a:spcPts val="2297"/>
              </a:lnSpc>
              <a:buNone/>
            </a:pPr>
            <a:r>
              <a:rPr lang="en-US" sz="2088" dirty="0">
                <a:solidFill>
                  <a:srgbClr val="0F1A14"/>
                </a:solidFill>
                <a:latin typeface="Georgia" pitchFamily="34" charset="0"/>
                <a:ea typeface="Georgia" pitchFamily="34" charset="-122"/>
                <a:cs typeface="Georgia" pitchFamily="34" charset="-120"/>
              </a:rPr>
              <a:t>[ Experience ]</a:t>
            </a:r>
            <a:endParaRPr lang="en-US" sz="2088" dirty="0"/>
          </a:p>
        </p:txBody>
      </p:sp>
      <p:sp>
        <p:nvSpPr>
          <p:cNvPr id="14" name="Text 11"/>
          <p:cNvSpPr/>
          <p:nvPr/>
        </p:nvSpPr>
        <p:spPr>
          <a:xfrm>
            <a:off x="2240161" y="5852071"/>
            <a:ext cx="5316200" cy="205680"/>
          </a:xfrm>
          <a:prstGeom prst="rect">
            <a:avLst/>
          </a:prstGeom>
          <a:noFill/>
          <a:ln/>
        </p:spPr>
        <p:txBody>
          <a:bodyPr wrap="square" lIns="0" tIns="0" rIns="0" bIns="0" rtlCol="0" anchor="t"/>
          <a:lstStyle/>
          <a:p>
            <a:pPr algn="l" indent="0" marL="0">
              <a:lnSpc>
                <a:spcPts val="1426"/>
              </a:lnSpc>
              <a:buNone/>
            </a:pPr>
            <a:r>
              <a:rPr lang="en-US" sz="1296" dirty="0">
                <a:solidFill>
                  <a:srgbClr val="0F1A14"/>
                </a:solidFill>
                <a:latin typeface="Arial" pitchFamily="34" charset="0"/>
                <a:ea typeface="Arial" pitchFamily="34" charset="-122"/>
                <a:cs typeface="Arial" pitchFamily="34" charset="-120"/>
              </a:rPr>
              <a:t>[ Time and meeting point ]</a:t>
            </a:r>
            <a:endParaRPr lang="en-US" sz="1296" dirty="0"/>
          </a:p>
        </p:txBody>
      </p:sp>
      <p:sp>
        <p:nvSpPr>
          <p:cNvPr id="15" name="Text 12"/>
          <p:cNvSpPr/>
          <p:nvPr/>
        </p:nvSpPr>
        <p:spPr>
          <a:xfrm>
            <a:off x="2240161" y="6082457"/>
            <a:ext cx="5316200" cy="205680"/>
          </a:xfrm>
          <a:prstGeom prst="rect">
            <a:avLst/>
          </a:prstGeom>
          <a:noFill/>
          <a:ln/>
        </p:spPr>
        <p:txBody>
          <a:bodyPr wrap="square" lIns="0" tIns="0" rIns="0" bIns="0" rtlCol="0" anchor="t"/>
          <a:lstStyle/>
          <a:p>
            <a:pPr algn="l" indent="0" marL="0">
              <a:lnSpc>
                <a:spcPts val="1426"/>
              </a:lnSpc>
              <a:buNone/>
            </a:pPr>
            <a:r>
              <a:rPr lang="en-US" sz="1296" dirty="0">
                <a:solidFill>
                  <a:srgbClr val="0F1A14"/>
                </a:solidFill>
                <a:latin typeface="Arial" pitchFamily="34" charset="0"/>
                <a:ea typeface="Arial" pitchFamily="34" charset="-122"/>
                <a:cs typeface="Arial" pitchFamily="34" charset="-120"/>
              </a:rPr>
              <a:t>[ Booking reference and helpful detail ]</a:t>
            </a:r>
            <a:endParaRPr lang="en-US" sz="1296" dirty="0"/>
          </a:p>
        </p:txBody>
      </p:sp>
      <p:sp>
        <p:nvSpPr>
          <p:cNvPr id="16" name="Text 13"/>
          <p:cNvSpPr/>
          <p:nvPr/>
        </p:nvSpPr>
        <p:spPr>
          <a:xfrm>
            <a:off x="594271" y="6766471"/>
            <a:ext cx="6583561" cy="13692"/>
          </a:xfrm>
          <a:prstGeom prst="rect">
            <a:avLst/>
          </a:prstGeom>
          <a:solidFill>
            <a:srgbClr val="E8E3DA"/>
          </a:solidFill>
          <a:ln/>
        </p:spPr>
        <p:txBody>
          <a:bodyPr wrap="square" rtlCol="0" anchor="ctr"/>
          <a:lstStyle/>
          <a:p>
            <a:pPr indent="0" marL="0">
              <a:buNone/>
            </a:pPr>
            <a:endParaRPr lang="en-US" dirty="0"/>
          </a:p>
        </p:txBody>
      </p:sp>
      <p:sp>
        <p:nvSpPr>
          <p:cNvPr id="17" name="Text 14"/>
          <p:cNvSpPr/>
          <p:nvPr/>
        </p:nvSpPr>
        <p:spPr>
          <a:xfrm>
            <a:off x="594271" y="7177980"/>
            <a:ext cx="6995160" cy="159990"/>
          </a:xfrm>
          <a:prstGeom prst="rect">
            <a:avLst/>
          </a:prstGeom>
          <a:noFill/>
          <a:ln/>
        </p:spPr>
        <p:txBody>
          <a:bodyPr wrap="square" lIns="0" tIns="0" rIns="0" bIns="0" rtlCol="0" anchor="t"/>
          <a:lstStyle/>
          <a:p>
            <a:pPr algn="l" indent="0" marL="0">
              <a:lnSpc>
                <a:spcPts val="1109"/>
              </a:lnSpc>
              <a:buNone/>
            </a:pPr>
            <a:r>
              <a:rPr lang="en-US" sz="1008" dirty="0">
                <a:solidFill>
                  <a:srgbClr val="0F1A14"/>
                </a:solidFill>
                <a:latin typeface="Arial" pitchFamily="34" charset="0"/>
                <a:ea typeface="Arial" pitchFamily="34" charset="-122"/>
                <a:cs typeface="Arial" pitchFamily="34" charset="-120"/>
              </a:rPr>
              <a:t>EVENING</a:t>
            </a:r>
            <a:endParaRPr lang="en-US" sz="1008" dirty="0"/>
          </a:p>
        </p:txBody>
      </p:sp>
      <p:sp>
        <p:nvSpPr>
          <p:cNvPr id="18" name="Text 15"/>
          <p:cNvSpPr/>
          <p:nvPr/>
        </p:nvSpPr>
        <p:spPr>
          <a:xfrm>
            <a:off x="2240161" y="7059067"/>
            <a:ext cx="5316200" cy="331440"/>
          </a:xfrm>
          <a:prstGeom prst="rect">
            <a:avLst/>
          </a:prstGeom>
          <a:noFill/>
          <a:ln/>
        </p:spPr>
        <p:txBody>
          <a:bodyPr wrap="square" lIns="0" tIns="0" rIns="0" bIns="0" rtlCol="0" anchor="t"/>
          <a:lstStyle/>
          <a:p>
            <a:pPr algn="l" indent="0" marL="0">
              <a:lnSpc>
                <a:spcPts val="2297"/>
              </a:lnSpc>
              <a:buNone/>
            </a:pPr>
            <a:r>
              <a:rPr lang="en-US" sz="2088" dirty="0">
                <a:solidFill>
                  <a:srgbClr val="0F1A14"/>
                </a:solidFill>
                <a:latin typeface="Georgia" pitchFamily="34" charset="0"/>
                <a:ea typeface="Georgia" pitchFamily="34" charset="-122"/>
                <a:cs typeface="Georgia" pitchFamily="34" charset="-120"/>
              </a:rPr>
              <a:t>[ Dinner or downtime ]</a:t>
            </a:r>
            <a:endParaRPr lang="en-US" sz="2088" dirty="0"/>
          </a:p>
        </p:txBody>
      </p:sp>
      <p:sp>
        <p:nvSpPr>
          <p:cNvPr id="19" name="Text 16"/>
          <p:cNvSpPr/>
          <p:nvPr/>
        </p:nvSpPr>
        <p:spPr>
          <a:xfrm>
            <a:off x="2240161" y="7543800"/>
            <a:ext cx="5316200" cy="205680"/>
          </a:xfrm>
          <a:prstGeom prst="rect">
            <a:avLst/>
          </a:prstGeom>
          <a:noFill/>
          <a:ln/>
        </p:spPr>
        <p:txBody>
          <a:bodyPr wrap="square" lIns="0" tIns="0" rIns="0" bIns="0" rtlCol="0" anchor="t"/>
          <a:lstStyle/>
          <a:p>
            <a:pPr algn="l" indent="0" marL="0">
              <a:lnSpc>
                <a:spcPts val="1426"/>
              </a:lnSpc>
              <a:buNone/>
            </a:pPr>
            <a:r>
              <a:rPr lang="en-US" sz="1296" dirty="0">
                <a:solidFill>
                  <a:srgbClr val="0F1A14"/>
                </a:solidFill>
                <a:latin typeface="Arial" pitchFamily="34" charset="0"/>
                <a:ea typeface="Arial" pitchFamily="34" charset="-122"/>
                <a:cs typeface="Arial" pitchFamily="34" charset="-120"/>
              </a:rPr>
              <a:t>[ Time and location ]</a:t>
            </a:r>
            <a:endParaRPr lang="en-US" sz="1296" dirty="0"/>
          </a:p>
        </p:txBody>
      </p:sp>
      <p:sp>
        <p:nvSpPr>
          <p:cNvPr id="20" name="Text 17"/>
          <p:cNvSpPr/>
          <p:nvPr/>
        </p:nvSpPr>
        <p:spPr>
          <a:xfrm>
            <a:off x="2240161" y="7774186"/>
            <a:ext cx="5316200" cy="205680"/>
          </a:xfrm>
          <a:prstGeom prst="rect">
            <a:avLst/>
          </a:prstGeom>
          <a:noFill/>
          <a:ln/>
        </p:spPr>
        <p:txBody>
          <a:bodyPr wrap="square" lIns="0" tIns="0" rIns="0" bIns="0" rtlCol="0" anchor="t"/>
          <a:lstStyle/>
          <a:p>
            <a:pPr algn="l" indent="0" marL="0">
              <a:lnSpc>
                <a:spcPts val="1426"/>
              </a:lnSpc>
              <a:buNone/>
            </a:pPr>
            <a:r>
              <a:rPr lang="en-US" sz="1296" dirty="0">
                <a:solidFill>
                  <a:srgbClr val="0F1A14"/>
                </a:solidFill>
                <a:latin typeface="Arial" pitchFamily="34" charset="0"/>
                <a:ea typeface="Arial" pitchFamily="34" charset="-122"/>
                <a:cs typeface="Arial" pitchFamily="34" charset="-120"/>
              </a:rPr>
              <a:t>[ Dress code or reservation detail ]</a:t>
            </a:r>
            <a:endParaRPr lang="en-US" sz="1296" dirty="0"/>
          </a:p>
        </p:txBody>
      </p:sp>
      <p:sp>
        <p:nvSpPr>
          <p:cNvPr id="21" name="Text 18"/>
          <p:cNvSpPr/>
          <p:nvPr/>
        </p:nvSpPr>
        <p:spPr>
          <a:xfrm>
            <a:off x="594271" y="8686800"/>
            <a:ext cx="6583561" cy="13692"/>
          </a:xfrm>
          <a:prstGeom prst="rect">
            <a:avLst/>
          </a:prstGeom>
          <a:solidFill>
            <a:srgbClr val="E8E3DA"/>
          </a:solidFill>
          <a:ln/>
        </p:spPr>
        <p:txBody>
          <a:bodyPr wrap="square" rtlCol="0" anchor="ctr"/>
          <a:lstStyle/>
          <a:p>
            <a:pPr indent="0" marL="0">
              <a:buNone/>
            </a:pPr>
            <a:endParaRPr lang="en-US" dirty="0"/>
          </a:p>
        </p:txBody>
      </p:sp>
      <p:sp>
        <p:nvSpPr>
          <p:cNvPr id="22" name="Text 19"/>
          <p:cNvSpPr/>
          <p:nvPr/>
        </p:nvSpPr>
        <p:spPr>
          <a:xfrm>
            <a:off x="594271" y="9189690"/>
            <a:ext cx="6995160" cy="171450"/>
          </a:xfrm>
          <a:prstGeom prst="rect">
            <a:avLst/>
          </a:prstGeom>
          <a:noFill/>
          <a:ln/>
        </p:spPr>
        <p:txBody>
          <a:bodyPr wrap="square" lIns="0" tIns="0" rIns="0" bIns="0" rtlCol="0" anchor="t"/>
          <a:lstStyle/>
          <a:p>
            <a:pPr algn="l" indent="0" marL="0">
              <a:lnSpc>
                <a:spcPts val="1188"/>
              </a:lnSpc>
              <a:buNone/>
            </a:pPr>
            <a:r>
              <a:rPr lang="en-US" sz="1080" dirty="0">
                <a:solidFill>
                  <a:srgbClr val="0F1A14"/>
                </a:solidFill>
                <a:latin typeface="Arial" pitchFamily="34" charset="0"/>
                <a:ea typeface="Arial" pitchFamily="34" charset="-122"/>
                <a:cs typeface="Arial" pitchFamily="34" charset="-120"/>
              </a:rPr>
              <a:t>[ Client name ] / [ Travel dates ]</a:t>
            </a:r>
            <a:endParaRPr lang="en-US" sz="1080" dirty="0"/>
          </a:p>
        </p:txBody>
      </p:sp>
      <p:sp>
        <p:nvSpPr>
          <p:cNvPr id="23" name="Text 20"/>
          <p:cNvSpPr/>
          <p:nvPr/>
        </p:nvSpPr>
        <p:spPr>
          <a:xfrm>
            <a:off x="-143560" y="9189690"/>
            <a:ext cx="7321540" cy="171450"/>
          </a:xfrm>
          <a:prstGeom prst="rect">
            <a:avLst/>
          </a:prstGeom>
          <a:noFill/>
          <a:ln/>
        </p:spPr>
        <p:txBody>
          <a:bodyPr wrap="square" lIns="0" tIns="0" rIns="0" bIns="0" rtlCol="0" anchor="t"/>
          <a:lstStyle/>
          <a:p>
            <a:pPr algn="r" indent="0" marL="0">
              <a:lnSpc>
                <a:spcPts val="1188"/>
              </a:lnSpc>
              <a:buNone/>
            </a:pPr>
            <a:r>
              <a:rPr lang="en-US" sz="1080" dirty="0">
                <a:solidFill>
                  <a:srgbClr val="0F1A14"/>
                </a:solidFill>
                <a:latin typeface="Arial" pitchFamily="34" charset="0"/>
                <a:ea typeface="Arial" pitchFamily="34" charset="-122"/>
                <a:cs typeface="Arial" pitchFamily="34" charset="-120"/>
              </a:rPr>
              <a:t>[ Page ]</a:t>
            </a:r>
            <a:endParaRPr lang="en-US" sz="10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BF5"/>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light.png">    </p:cNvPr>
          <p:cNvPicPr>
            <a:picLocks noChangeAspect="1"/>
          </p:cNvPicPr>
          <p:nvPr/>
        </p:nvPicPr>
        <p:blipFill>
          <a:blip r:embed="rId1"/>
          <a:stretch>
            <a:fillRect/>
          </a:stretch>
        </p:blipFill>
        <p:spPr>
          <a:xfrm>
            <a:off x="411361" y="319980"/>
            <a:ext cx="3840361" cy="740569"/>
          </a:xfrm>
          <a:prstGeom prst="rect">
            <a:avLst/>
          </a:prstGeom>
        </p:spPr>
      </p:pic>
      <p:sp>
        <p:nvSpPr>
          <p:cNvPr id="3" name="Text 0"/>
          <p:cNvSpPr/>
          <p:nvPr/>
        </p:nvSpPr>
        <p:spPr>
          <a:xfrm>
            <a:off x="548580" y="1737271"/>
            <a:ext cx="7041764" cy="617190"/>
          </a:xfrm>
          <a:prstGeom prst="rect">
            <a:avLst/>
          </a:prstGeom>
          <a:noFill/>
          <a:ln/>
        </p:spPr>
        <p:txBody>
          <a:bodyPr wrap="square" lIns="0" tIns="0" rIns="0" bIns="0" rtlCol="0" anchor="t"/>
          <a:lstStyle/>
          <a:p>
            <a:pPr algn="l" indent="0" marL="0">
              <a:lnSpc>
                <a:spcPts val="4277"/>
              </a:lnSpc>
              <a:buNone/>
            </a:pPr>
            <a:r>
              <a:rPr lang="en-US" sz="3888" dirty="0">
                <a:solidFill>
                  <a:srgbClr val="0F1A14"/>
                </a:solidFill>
                <a:latin typeface="Georgia" pitchFamily="34" charset="0"/>
                <a:ea typeface="Georgia" pitchFamily="34" charset="-122"/>
                <a:cs typeface="Georgia" pitchFamily="34" charset="-120"/>
              </a:rPr>
              <a:t>The details</a:t>
            </a:r>
            <a:endParaRPr lang="en-US" sz="3888" dirty="0"/>
          </a:p>
        </p:txBody>
      </p:sp>
      <p:sp>
        <p:nvSpPr>
          <p:cNvPr id="4" name="Text 1"/>
          <p:cNvSpPr/>
          <p:nvPr/>
        </p:nvSpPr>
        <p:spPr>
          <a:xfrm>
            <a:off x="594271" y="2925961"/>
            <a:ext cx="6995160" cy="159990"/>
          </a:xfrm>
          <a:prstGeom prst="rect">
            <a:avLst/>
          </a:prstGeom>
          <a:noFill/>
          <a:ln/>
        </p:spPr>
        <p:txBody>
          <a:bodyPr wrap="square" lIns="0" tIns="0" rIns="0" bIns="0" rtlCol="0" anchor="t"/>
          <a:lstStyle/>
          <a:p>
            <a:pPr algn="l" indent="0" marL="0">
              <a:lnSpc>
                <a:spcPts val="1109"/>
              </a:lnSpc>
              <a:buNone/>
            </a:pPr>
            <a:r>
              <a:rPr lang="en-US" sz="1008" dirty="0">
                <a:solidFill>
                  <a:srgbClr val="0F1A14"/>
                </a:solidFill>
                <a:latin typeface="Arial" pitchFamily="34" charset="0"/>
                <a:ea typeface="Arial" pitchFamily="34" charset="-122"/>
                <a:cs typeface="Arial" pitchFamily="34" charset="-120"/>
              </a:rPr>
              <a:t>YOUR STAY</a:t>
            </a:r>
            <a:endParaRPr lang="en-US" sz="1008" dirty="0"/>
          </a:p>
        </p:txBody>
      </p:sp>
      <p:sp>
        <p:nvSpPr>
          <p:cNvPr id="5" name="Text 2"/>
          <p:cNvSpPr/>
          <p:nvPr/>
        </p:nvSpPr>
        <p:spPr>
          <a:xfrm>
            <a:off x="594271" y="3337471"/>
            <a:ext cx="6995160" cy="354211"/>
          </a:xfrm>
          <a:prstGeom prst="rect">
            <a:avLst/>
          </a:prstGeom>
          <a:noFill/>
          <a:ln/>
        </p:spPr>
        <p:txBody>
          <a:bodyPr wrap="square" lIns="0" tIns="0" rIns="0" bIns="0" rtlCol="0" anchor="t"/>
          <a:lstStyle/>
          <a:p>
            <a:pPr algn="l" indent="0" marL="0">
              <a:lnSpc>
                <a:spcPts val="2455"/>
              </a:lnSpc>
              <a:buNone/>
            </a:pPr>
            <a:r>
              <a:rPr lang="en-US" sz="2232" dirty="0">
                <a:solidFill>
                  <a:srgbClr val="0F1A14"/>
                </a:solidFill>
                <a:latin typeface="Georgia" pitchFamily="34" charset="0"/>
                <a:ea typeface="Georgia" pitchFamily="34" charset="-122"/>
                <a:cs typeface="Georgia" pitchFamily="34" charset="-120"/>
              </a:rPr>
              <a:t>[ Property name ]</a:t>
            </a:r>
            <a:endParaRPr lang="en-US" sz="2232" dirty="0"/>
          </a:p>
        </p:txBody>
      </p:sp>
      <p:sp>
        <p:nvSpPr>
          <p:cNvPr id="6" name="Text 3"/>
          <p:cNvSpPr/>
          <p:nvPr/>
        </p:nvSpPr>
        <p:spPr>
          <a:xfrm>
            <a:off x="594271" y="3886200"/>
            <a:ext cx="6995160" cy="228600"/>
          </a:xfrm>
          <a:prstGeom prst="rect">
            <a:avLst/>
          </a:prstGeom>
          <a:noFill/>
          <a:ln/>
        </p:spPr>
        <p:txBody>
          <a:bodyPr wrap="square" lIns="0" tIns="0" rIns="0" bIns="0" rtlCol="0" anchor="t"/>
          <a:lstStyle/>
          <a:p>
            <a:pPr algn="l" indent="0" marL="0">
              <a:lnSpc>
                <a:spcPts val="1584"/>
              </a:lnSpc>
              <a:buNone/>
            </a:pPr>
            <a:r>
              <a:rPr lang="en-US" sz="1440" dirty="0">
                <a:solidFill>
                  <a:srgbClr val="0F1A14"/>
                </a:solidFill>
                <a:latin typeface="Arial" pitchFamily="34" charset="0"/>
                <a:ea typeface="Arial" pitchFamily="34" charset="-122"/>
                <a:cs typeface="Arial" pitchFamily="34" charset="-120"/>
              </a:rPr>
              <a:t>[ Address and contact number ]</a:t>
            </a:r>
            <a:endParaRPr lang="en-US" sz="1440" dirty="0"/>
          </a:p>
        </p:txBody>
      </p:sp>
      <p:sp>
        <p:nvSpPr>
          <p:cNvPr id="7" name="Text 4"/>
          <p:cNvSpPr/>
          <p:nvPr/>
        </p:nvSpPr>
        <p:spPr>
          <a:xfrm>
            <a:off x="594271" y="4142184"/>
            <a:ext cx="6995160" cy="228600"/>
          </a:xfrm>
          <a:prstGeom prst="rect">
            <a:avLst/>
          </a:prstGeom>
          <a:noFill/>
          <a:ln/>
        </p:spPr>
        <p:txBody>
          <a:bodyPr wrap="square" lIns="0" tIns="0" rIns="0" bIns="0" rtlCol="0" anchor="t"/>
          <a:lstStyle/>
          <a:p>
            <a:pPr algn="l" indent="0" marL="0">
              <a:lnSpc>
                <a:spcPts val="1584"/>
              </a:lnSpc>
              <a:buNone/>
            </a:pPr>
            <a:r>
              <a:rPr lang="en-US" sz="1440" dirty="0">
                <a:solidFill>
                  <a:srgbClr val="0F1A14"/>
                </a:solidFill>
                <a:latin typeface="Arial" pitchFamily="34" charset="0"/>
                <a:ea typeface="Arial" pitchFamily="34" charset="-122"/>
                <a:cs typeface="Arial" pitchFamily="34" charset="-120"/>
              </a:rPr>
              <a:t>[ Check-in ] to [ Check-out ]</a:t>
            </a:r>
            <a:endParaRPr lang="en-US" sz="1440" dirty="0"/>
          </a:p>
        </p:txBody>
      </p:sp>
      <p:sp>
        <p:nvSpPr>
          <p:cNvPr id="8" name="Text 5"/>
          <p:cNvSpPr/>
          <p:nvPr/>
        </p:nvSpPr>
        <p:spPr>
          <a:xfrm>
            <a:off x="594271" y="4398169"/>
            <a:ext cx="6995160" cy="228600"/>
          </a:xfrm>
          <a:prstGeom prst="rect">
            <a:avLst/>
          </a:prstGeom>
          <a:noFill/>
          <a:ln/>
        </p:spPr>
        <p:txBody>
          <a:bodyPr wrap="square" lIns="0" tIns="0" rIns="0" bIns="0" rtlCol="0" anchor="t"/>
          <a:lstStyle/>
          <a:p>
            <a:pPr algn="l" indent="0" marL="0">
              <a:lnSpc>
                <a:spcPts val="1584"/>
              </a:lnSpc>
              <a:buNone/>
            </a:pPr>
            <a:r>
              <a:rPr lang="en-US" sz="1440" dirty="0">
                <a:solidFill>
                  <a:srgbClr val="0F1A14"/>
                </a:solidFill>
                <a:latin typeface="Arial" pitchFamily="34" charset="0"/>
                <a:ea typeface="Arial" pitchFamily="34" charset="-122"/>
                <a:cs typeface="Arial" pitchFamily="34" charset="-120"/>
              </a:rPr>
              <a:t>[ Room category and confirmation reference ]</a:t>
            </a:r>
            <a:endParaRPr lang="en-US" sz="1440" dirty="0"/>
          </a:p>
        </p:txBody>
      </p:sp>
      <p:sp>
        <p:nvSpPr>
          <p:cNvPr id="9" name="Text 6"/>
          <p:cNvSpPr/>
          <p:nvPr/>
        </p:nvSpPr>
        <p:spPr>
          <a:xfrm>
            <a:off x="594271" y="5074890"/>
            <a:ext cx="6583561" cy="13692"/>
          </a:xfrm>
          <a:prstGeom prst="rect">
            <a:avLst/>
          </a:prstGeom>
          <a:solidFill>
            <a:srgbClr val="E8E3DA"/>
          </a:solidFill>
          <a:ln/>
        </p:spPr>
        <p:txBody>
          <a:bodyPr wrap="square" rtlCol="0" anchor="ctr"/>
          <a:lstStyle/>
          <a:p>
            <a:pPr indent="0" marL="0">
              <a:buNone/>
            </a:pPr>
            <a:endParaRPr lang="en-US" dirty="0"/>
          </a:p>
        </p:txBody>
      </p:sp>
      <p:sp>
        <p:nvSpPr>
          <p:cNvPr id="10" name="Text 7"/>
          <p:cNvSpPr/>
          <p:nvPr/>
        </p:nvSpPr>
        <p:spPr>
          <a:xfrm>
            <a:off x="594271" y="5486400"/>
            <a:ext cx="6995160" cy="159990"/>
          </a:xfrm>
          <a:prstGeom prst="rect">
            <a:avLst/>
          </a:prstGeom>
          <a:noFill/>
          <a:ln/>
        </p:spPr>
        <p:txBody>
          <a:bodyPr wrap="square" lIns="0" tIns="0" rIns="0" bIns="0" rtlCol="0" anchor="t"/>
          <a:lstStyle/>
          <a:p>
            <a:pPr algn="l" indent="0" marL="0">
              <a:lnSpc>
                <a:spcPts val="1109"/>
              </a:lnSpc>
              <a:buNone/>
            </a:pPr>
            <a:r>
              <a:rPr lang="en-US" sz="1008" dirty="0">
                <a:solidFill>
                  <a:srgbClr val="0F1A14"/>
                </a:solidFill>
                <a:latin typeface="Arial" pitchFamily="34" charset="0"/>
                <a:ea typeface="Arial" pitchFamily="34" charset="-122"/>
                <a:cs typeface="Arial" pitchFamily="34" charset="-120"/>
              </a:rPr>
              <a:t>GETTING THERE</a:t>
            </a:r>
            <a:endParaRPr lang="en-US" sz="1008" dirty="0"/>
          </a:p>
        </p:txBody>
      </p:sp>
      <p:sp>
        <p:nvSpPr>
          <p:cNvPr id="11" name="Text 8"/>
          <p:cNvSpPr/>
          <p:nvPr/>
        </p:nvSpPr>
        <p:spPr>
          <a:xfrm>
            <a:off x="594271" y="5989290"/>
            <a:ext cx="6995160" cy="228600"/>
          </a:xfrm>
          <a:prstGeom prst="rect">
            <a:avLst/>
          </a:prstGeom>
          <a:noFill/>
          <a:ln/>
        </p:spPr>
        <p:txBody>
          <a:bodyPr wrap="square" lIns="0" tIns="0" rIns="0" bIns="0" rtlCol="0" anchor="t"/>
          <a:lstStyle/>
          <a:p>
            <a:pPr algn="l" indent="0" marL="0">
              <a:lnSpc>
                <a:spcPts val="1584"/>
              </a:lnSpc>
              <a:buNone/>
            </a:pPr>
            <a:r>
              <a:rPr lang="en-US" sz="1440" dirty="0">
                <a:solidFill>
                  <a:srgbClr val="0F1A14"/>
                </a:solidFill>
                <a:latin typeface="Arial" pitchFamily="34" charset="0"/>
                <a:ea typeface="Arial" pitchFamily="34" charset="-122"/>
                <a:cs typeface="Arial" pitchFamily="34" charset="-120"/>
              </a:rPr>
              <a:t>[ Flight or transfer details ]</a:t>
            </a:r>
            <a:endParaRPr lang="en-US" sz="1440" dirty="0"/>
          </a:p>
        </p:txBody>
      </p:sp>
      <p:sp>
        <p:nvSpPr>
          <p:cNvPr id="12" name="Text 9"/>
          <p:cNvSpPr/>
          <p:nvPr/>
        </p:nvSpPr>
        <p:spPr>
          <a:xfrm>
            <a:off x="594271" y="6245275"/>
            <a:ext cx="6995160" cy="228600"/>
          </a:xfrm>
          <a:prstGeom prst="rect">
            <a:avLst/>
          </a:prstGeom>
          <a:noFill/>
          <a:ln/>
        </p:spPr>
        <p:txBody>
          <a:bodyPr wrap="square" lIns="0" tIns="0" rIns="0" bIns="0" rtlCol="0" anchor="t"/>
          <a:lstStyle/>
          <a:p>
            <a:pPr algn="l" indent="0" marL="0">
              <a:lnSpc>
                <a:spcPts val="1584"/>
              </a:lnSpc>
              <a:buNone/>
            </a:pPr>
            <a:r>
              <a:rPr lang="en-US" sz="1440" dirty="0">
                <a:solidFill>
                  <a:srgbClr val="0F1A14"/>
                </a:solidFill>
                <a:latin typeface="Arial" pitchFamily="34" charset="0"/>
                <a:ea typeface="Arial" pitchFamily="34" charset="-122"/>
                <a:cs typeface="Arial" pitchFamily="34" charset="-120"/>
              </a:rPr>
              <a:t>[ Pickup location and local contact ]</a:t>
            </a:r>
            <a:endParaRPr lang="en-US" sz="1440" dirty="0"/>
          </a:p>
        </p:txBody>
      </p:sp>
      <p:sp>
        <p:nvSpPr>
          <p:cNvPr id="13" name="Text 10"/>
          <p:cNvSpPr/>
          <p:nvPr/>
        </p:nvSpPr>
        <p:spPr>
          <a:xfrm>
            <a:off x="594271" y="6949380"/>
            <a:ext cx="6583561" cy="13692"/>
          </a:xfrm>
          <a:prstGeom prst="rect">
            <a:avLst/>
          </a:prstGeom>
          <a:solidFill>
            <a:srgbClr val="E8E3DA"/>
          </a:solidFill>
          <a:ln/>
        </p:spPr>
        <p:txBody>
          <a:bodyPr wrap="square" rtlCol="0" anchor="ctr"/>
          <a:lstStyle/>
          <a:p>
            <a:pPr indent="0" marL="0">
              <a:buNone/>
            </a:pPr>
            <a:endParaRPr lang="en-US" dirty="0"/>
          </a:p>
        </p:txBody>
      </p:sp>
      <p:sp>
        <p:nvSpPr>
          <p:cNvPr id="14" name="Text 11"/>
          <p:cNvSpPr/>
          <p:nvPr/>
        </p:nvSpPr>
        <p:spPr>
          <a:xfrm>
            <a:off x="594271" y="7315200"/>
            <a:ext cx="6995160" cy="159990"/>
          </a:xfrm>
          <a:prstGeom prst="rect">
            <a:avLst/>
          </a:prstGeom>
          <a:noFill/>
          <a:ln/>
        </p:spPr>
        <p:txBody>
          <a:bodyPr wrap="square" lIns="0" tIns="0" rIns="0" bIns="0" rtlCol="0" anchor="t"/>
          <a:lstStyle/>
          <a:p>
            <a:pPr algn="l" indent="0" marL="0">
              <a:lnSpc>
                <a:spcPts val="1109"/>
              </a:lnSpc>
              <a:buNone/>
            </a:pPr>
            <a:r>
              <a:rPr lang="en-US" sz="1008" dirty="0">
                <a:solidFill>
                  <a:srgbClr val="0F1A14"/>
                </a:solidFill>
                <a:latin typeface="Arial" pitchFamily="34" charset="0"/>
                <a:ea typeface="Arial" pitchFamily="34" charset="-122"/>
                <a:cs typeface="Arial" pitchFamily="34" charset="-120"/>
              </a:rPr>
              <a:t>GOOD TO KNOW</a:t>
            </a:r>
            <a:endParaRPr lang="en-US" sz="1008" dirty="0"/>
          </a:p>
        </p:txBody>
      </p:sp>
      <p:sp>
        <p:nvSpPr>
          <p:cNvPr id="15" name="Text 12"/>
          <p:cNvSpPr/>
          <p:nvPr/>
        </p:nvSpPr>
        <p:spPr>
          <a:xfrm>
            <a:off x="594271" y="7772400"/>
            <a:ext cx="6995160" cy="228600"/>
          </a:xfrm>
          <a:prstGeom prst="rect">
            <a:avLst/>
          </a:prstGeom>
          <a:noFill/>
          <a:ln/>
        </p:spPr>
        <p:txBody>
          <a:bodyPr wrap="square" lIns="0" tIns="0" rIns="0" bIns="0" rtlCol="0" anchor="t"/>
          <a:lstStyle/>
          <a:p>
            <a:pPr algn="l" indent="0" marL="0">
              <a:lnSpc>
                <a:spcPts val="1584"/>
              </a:lnSpc>
              <a:buNone/>
            </a:pPr>
            <a:r>
              <a:rPr lang="en-US" sz="1440" dirty="0">
                <a:solidFill>
                  <a:srgbClr val="0F1A14"/>
                </a:solidFill>
                <a:latin typeface="Arial" pitchFamily="34" charset="0"/>
                <a:ea typeface="Arial" pitchFamily="34" charset="-122"/>
                <a:cs typeface="Arial" pitchFamily="34" charset="-120"/>
              </a:rPr>
              <a:t>[ Confirmed inclusions and booking conditions ]</a:t>
            </a:r>
            <a:endParaRPr lang="en-US" sz="1440" dirty="0"/>
          </a:p>
        </p:txBody>
      </p:sp>
      <p:sp>
        <p:nvSpPr>
          <p:cNvPr id="16" name="Text 13"/>
          <p:cNvSpPr/>
          <p:nvPr/>
        </p:nvSpPr>
        <p:spPr>
          <a:xfrm>
            <a:off x="594271" y="8028384"/>
            <a:ext cx="6995160" cy="228600"/>
          </a:xfrm>
          <a:prstGeom prst="rect">
            <a:avLst/>
          </a:prstGeom>
          <a:noFill/>
          <a:ln/>
        </p:spPr>
        <p:txBody>
          <a:bodyPr wrap="square" lIns="0" tIns="0" rIns="0" bIns="0" rtlCol="0" anchor="t"/>
          <a:lstStyle/>
          <a:p>
            <a:pPr algn="l" indent="0" marL="0">
              <a:lnSpc>
                <a:spcPts val="1584"/>
              </a:lnSpc>
              <a:buNone/>
            </a:pPr>
            <a:r>
              <a:rPr lang="en-US" sz="1440" dirty="0">
                <a:solidFill>
                  <a:srgbClr val="0F1A14"/>
                </a:solidFill>
                <a:latin typeface="Arial" pitchFamily="34" charset="0"/>
                <a:ea typeface="Arial" pitchFamily="34" charset="-122"/>
                <a:cs typeface="Arial" pitchFamily="34" charset="-120"/>
              </a:rPr>
              <a:t>[ Relevant local information ]</a:t>
            </a:r>
            <a:endParaRPr lang="en-US" sz="1440" dirty="0"/>
          </a:p>
        </p:txBody>
      </p:sp>
      <p:sp>
        <p:nvSpPr>
          <p:cNvPr id="17" name="Text 14"/>
          <p:cNvSpPr/>
          <p:nvPr/>
        </p:nvSpPr>
        <p:spPr>
          <a:xfrm>
            <a:off x="594271" y="9235380"/>
            <a:ext cx="6995160" cy="182761"/>
          </a:xfrm>
          <a:prstGeom prst="rect">
            <a:avLst/>
          </a:prstGeom>
          <a:noFill/>
          <a:ln/>
        </p:spPr>
        <p:txBody>
          <a:bodyPr wrap="square" lIns="0" tIns="0" rIns="0" bIns="0" rtlCol="0" anchor="t"/>
          <a:lstStyle/>
          <a:p>
            <a:pPr algn="l" indent="0" marL="0">
              <a:lnSpc>
                <a:spcPts val="1267"/>
              </a:lnSpc>
              <a:buNone/>
            </a:pPr>
            <a:r>
              <a:rPr lang="en-US" sz="1152" dirty="0">
                <a:solidFill>
                  <a:srgbClr val="0F1A14"/>
                </a:solidFill>
                <a:latin typeface="Arial" pitchFamily="34" charset="0"/>
                <a:ea typeface="Arial" pitchFamily="34" charset="-122"/>
                <a:cs typeface="Arial" pitchFamily="34" charset="-120"/>
              </a:rPr>
              <a:t>Wyld Wandering / zak@winnick.io</a:t>
            </a:r>
            <a:endParaRPr lang="en-US" sz="115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Wyld Wandering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Wyld Wandering — itinerary-US-letter</dc:title>
  <dc:subject>Editable brand template</dc:subject>
  <dc:creator>Wyld Wandering</dc:creator>
  <cp:lastModifiedBy>Wyld Wandering</cp:lastModifiedBy>
  <cp:revision>1</cp:revision>
  <dcterms:created xsi:type="dcterms:W3CDTF">2026-10-22T22:54:20Z</dcterms:created>
  <dcterms:modified xsi:type="dcterms:W3CDTF">2026-10-22T22:54:20Z</dcterms:modified>
</cp:coreProperties>
</file>