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16256000"/>
  <p:notesSz cx="16256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888950" y="2074218"/>
            <a:ext cx="7365950" cy="1420564"/>
          </a:xfrm>
          <a:prstGeom prst="rect">
            <a:avLst/>
          </a:prstGeom>
        </p:spPr>
      </p:pic>
      <p:sp>
        <p:nvSpPr>
          <p:cNvPr id="3" name="Text 0"/>
          <p:cNvSpPr/>
          <p:nvPr/>
        </p:nvSpPr>
        <p:spPr>
          <a:xfrm>
            <a:off x="762000" y="4233267"/>
            <a:ext cx="8247245" cy="190500"/>
          </a:xfrm>
          <a:prstGeom prst="rect">
            <a:avLst/>
          </a:prstGeom>
          <a:noFill/>
          <a:ln/>
        </p:spPr>
        <p:txBody>
          <a:bodyPr wrap="square" lIns="0" tIns="0" rIns="0" bIns="0" rtlCol="0" anchor="t"/>
          <a:lstStyle/>
          <a:p>
            <a:pPr algn="l" indent="0" marL="0">
              <a:lnSpc>
                <a:spcPts val="1320"/>
              </a:lnSpc>
              <a:buNone/>
            </a:pPr>
            <a:r>
              <a:rPr lang="en-US" sz="1200" dirty="0">
                <a:solidFill>
                  <a:srgbClr val="0F1A14"/>
                </a:solidFill>
                <a:latin typeface="Arial" pitchFamily="34" charset="0"/>
                <a:ea typeface="Arial" pitchFamily="34" charset="-122"/>
                <a:cs typeface="Arial" pitchFamily="34" charset="-120"/>
              </a:rPr>
              <a:t>[ DESTINATION ]</a:t>
            </a:r>
            <a:endParaRPr lang="en-US" sz="1200" dirty="0"/>
          </a:p>
        </p:txBody>
      </p:sp>
      <p:sp>
        <p:nvSpPr>
          <p:cNvPr id="4" name="Text 1"/>
          <p:cNvSpPr/>
          <p:nvPr/>
        </p:nvSpPr>
        <p:spPr>
          <a:xfrm>
            <a:off x="719584" y="4910584"/>
            <a:ext cx="8290509" cy="804267"/>
          </a:xfrm>
          <a:prstGeom prst="rect">
            <a:avLst/>
          </a:prstGeom>
          <a:noFill/>
          <a:ln/>
        </p:spPr>
        <p:txBody>
          <a:bodyPr wrap="square" lIns="0" tIns="0" rIns="0" bIns="0" rtlCol="0" anchor="t"/>
          <a:lstStyle/>
          <a:p>
            <a:pPr algn="l" indent="0" marL="0">
              <a:lnSpc>
                <a:spcPts val="5573"/>
              </a:lnSpc>
              <a:buNone/>
            </a:pPr>
            <a:r>
              <a:rPr lang="en-US" sz="5067" dirty="0">
                <a:solidFill>
                  <a:srgbClr val="0F1A14"/>
                </a:solidFill>
                <a:latin typeface="Georgia" pitchFamily="34" charset="0"/>
                <a:ea typeface="Georgia" pitchFamily="34" charset="-122"/>
                <a:cs typeface="Georgia" pitchFamily="34" charset="-120"/>
              </a:rPr>
              <a:t>[ A place to go ]</a:t>
            </a:r>
            <a:endParaRPr lang="en-US" sz="5067" dirty="0"/>
          </a:p>
        </p:txBody>
      </p:sp>
      <p:sp>
        <p:nvSpPr>
          <p:cNvPr id="5" name="Text 2"/>
          <p:cNvSpPr/>
          <p:nvPr/>
        </p:nvSpPr>
        <p:spPr>
          <a:xfrm>
            <a:off x="762000" y="6434584"/>
            <a:ext cx="7620000" cy="4656534"/>
          </a:xfrm>
          <a:prstGeom prst="rect">
            <a:avLst/>
          </a:prstGeom>
          <a:solidFill>
            <a:srgbClr val="E8E3DA"/>
          </a:solidFill>
          <a:ln/>
        </p:spPr>
        <p:txBody>
          <a:bodyPr wrap="square" rtlCol="0" anchor="ctr"/>
          <a:lstStyle/>
          <a:p>
            <a:pPr indent="0" marL="0">
              <a:buNone/>
            </a:pPr>
            <a:endParaRPr lang="en-US" dirty="0"/>
          </a:p>
        </p:txBody>
      </p:sp>
      <p:sp>
        <p:nvSpPr>
          <p:cNvPr id="6" name="Text 3"/>
          <p:cNvSpPr/>
          <p:nvPr/>
        </p:nvSpPr>
        <p:spPr>
          <a:xfrm>
            <a:off x="-91440" y="8551218"/>
            <a:ext cx="9326880" cy="296317"/>
          </a:xfrm>
          <a:prstGeom prst="rect">
            <a:avLst/>
          </a:prstGeom>
          <a:noFill/>
          <a:ln/>
        </p:spPr>
        <p:txBody>
          <a:bodyPr wrap="square" lIns="0" tIns="0" rIns="0" bIns="0" rtlCol="0" anchor="t"/>
          <a:lstStyle/>
          <a:p>
            <a:pPr algn="ctr" indent="0" marL="0">
              <a:lnSpc>
                <a:spcPts val="2053"/>
              </a:lnSpc>
              <a:buNone/>
            </a:pPr>
            <a:r>
              <a:rPr lang="en-US" sz="1867" dirty="0">
                <a:solidFill>
                  <a:srgbClr val="0F1A14"/>
                </a:solidFill>
                <a:latin typeface="Arial" pitchFamily="34" charset="0"/>
                <a:ea typeface="Arial" pitchFamily="34" charset="-122"/>
                <a:cs typeface="Arial" pitchFamily="34" charset="-120"/>
              </a:rPr>
              <a:t>[ Add destination photo ]</a:t>
            </a:r>
            <a:endParaRPr lang="en-US" sz="1867" dirty="0"/>
          </a:p>
        </p:txBody>
      </p:sp>
      <p:sp>
        <p:nvSpPr>
          <p:cNvPr id="7" name="Text 4"/>
          <p:cNvSpPr/>
          <p:nvPr/>
        </p:nvSpPr>
        <p:spPr>
          <a:xfrm>
            <a:off x="762000" y="11768584"/>
            <a:ext cx="8247245" cy="317450"/>
          </a:xfrm>
          <a:prstGeom prst="rect">
            <a:avLst/>
          </a:prstGeom>
          <a:noFill/>
          <a:ln/>
        </p:spPr>
        <p:txBody>
          <a:bodyPr wrap="square" lIns="0" tIns="0" rIns="0" bIns="0" rtlCol="0" anchor="t"/>
          <a:lstStyle/>
          <a:p>
            <a:pPr algn="l" indent="0" marL="0">
              <a:lnSpc>
                <a:spcPts val="2200"/>
              </a:lnSpc>
              <a:buNone/>
            </a:pPr>
            <a:r>
              <a:rPr lang="en-US" sz="2000" dirty="0">
                <a:solidFill>
                  <a:srgbClr val="0F1A14"/>
                </a:solidFill>
                <a:latin typeface="Arial" pitchFamily="34" charset="0"/>
                <a:ea typeface="Arial" pitchFamily="34" charset="-122"/>
                <a:cs typeface="Arial" pitchFamily="34" charset="-120"/>
              </a:rPr>
              <a:t>[ One thoughtful detail. ]</a:t>
            </a:r>
            <a:endParaRPr lang="en-US" sz="2000" dirty="0"/>
          </a:p>
        </p:txBody>
      </p:sp>
      <p:sp>
        <p:nvSpPr>
          <p:cNvPr id="8" name="Text 5"/>
          <p:cNvSpPr/>
          <p:nvPr/>
        </p:nvSpPr>
        <p:spPr>
          <a:xfrm>
            <a:off x="762000" y="12124134"/>
            <a:ext cx="8247245" cy="317450"/>
          </a:xfrm>
          <a:prstGeom prst="rect">
            <a:avLst/>
          </a:prstGeom>
          <a:noFill/>
          <a:ln/>
        </p:spPr>
        <p:txBody>
          <a:bodyPr wrap="square" lIns="0" tIns="0" rIns="0" bIns="0" rtlCol="0" anchor="t"/>
          <a:lstStyle/>
          <a:p>
            <a:pPr algn="l" indent="0" marL="0">
              <a:lnSpc>
                <a:spcPts val="2200"/>
              </a:lnSpc>
              <a:buNone/>
            </a:pPr>
            <a:r>
              <a:rPr lang="en-US" sz="2000" dirty="0">
                <a:solidFill>
                  <a:srgbClr val="0F1A14"/>
                </a:solidFill>
                <a:latin typeface="Arial" pitchFamily="34" charset="0"/>
                <a:ea typeface="Arial" pitchFamily="34" charset="-122"/>
                <a:cs typeface="Arial" pitchFamily="34" charset="-120"/>
              </a:rPr>
              <a:t>[ One reason to make the trip. ]</a:t>
            </a:r>
            <a:endParaRPr lang="en-US" sz="2000" dirty="0"/>
          </a:p>
        </p:txBody>
      </p:sp>
      <p:sp>
        <p:nvSpPr>
          <p:cNvPr id="9" name="Text 6"/>
          <p:cNvSpPr/>
          <p:nvPr/>
        </p:nvSpPr>
        <p:spPr>
          <a:xfrm>
            <a:off x="762000" y="13546634"/>
            <a:ext cx="8247245" cy="296317"/>
          </a:xfrm>
          <a:prstGeom prst="rect">
            <a:avLst/>
          </a:prstGeom>
          <a:noFill/>
          <a:ln/>
        </p:spPr>
        <p:txBody>
          <a:bodyPr wrap="square" lIns="0" tIns="0" rIns="0" bIns="0" rtlCol="0" anchor="t"/>
          <a:lstStyle/>
          <a:p>
            <a:pPr algn="l" indent="0" marL="0">
              <a:lnSpc>
                <a:spcPts val="2053"/>
              </a:lnSpc>
              <a:buNone/>
            </a:pPr>
            <a:r>
              <a:rPr lang="en-US" sz="1867" dirty="0">
                <a:solidFill>
                  <a:srgbClr val="0F1A14"/>
                </a:solidFill>
                <a:latin typeface="Arial" pitchFamily="34" charset="0"/>
                <a:ea typeface="Arial" pitchFamily="34" charset="-122"/>
                <a:cs typeface="Arial" pitchFamily="34" charset="-120"/>
              </a:rPr>
              <a:t>[ Your call to action ]</a:t>
            </a:r>
            <a:endParaRPr lang="en-US" sz="18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14"/>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dark.png">    </p:cNvPr>
          <p:cNvPicPr>
            <a:picLocks noChangeAspect="1"/>
          </p:cNvPicPr>
          <p:nvPr/>
        </p:nvPicPr>
        <p:blipFill>
          <a:blip r:embed="rId1"/>
          <a:stretch>
            <a:fillRect/>
          </a:stretch>
        </p:blipFill>
        <p:spPr>
          <a:xfrm>
            <a:off x="888950" y="2074218"/>
            <a:ext cx="7365950" cy="1420564"/>
          </a:xfrm>
          <a:prstGeom prst="rect">
            <a:avLst/>
          </a:prstGeom>
        </p:spPr>
      </p:pic>
      <p:sp>
        <p:nvSpPr>
          <p:cNvPr id="3" name="Text 0"/>
          <p:cNvSpPr/>
          <p:nvPr/>
        </p:nvSpPr>
        <p:spPr>
          <a:xfrm>
            <a:off x="762000" y="4233267"/>
            <a:ext cx="8247245" cy="190500"/>
          </a:xfrm>
          <a:prstGeom prst="rect">
            <a:avLst/>
          </a:prstGeom>
          <a:noFill/>
          <a:ln/>
        </p:spPr>
        <p:txBody>
          <a:bodyPr wrap="square" lIns="0" tIns="0" rIns="0" bIns="0" rtlCol="0" anchor="t"/>
          <a:lstStyle/>
          <a:p>
            <a:pPr algn="l" indent="0" marL="0">
              <a:lnSpc>
                <a:spcPts val="1320"/>
              </a:lnSpc>
              <a:buNone/>
            </a:pPr>
            <a:r>
              <a:rPr lang="en-US" sz="1200" dirty="0">
                <a:solidFill>
                  <a:srgbClr val="FFFBF5"/>
                </a:solidFill>
                <a:latin typeface="Arial" pitchFamily="34" charset="0"/>
                <a:ea typeface="Arial" pitchFamily="34" charset="-122"/>
                <a:cs typeface="Arial" pitchFamily="34" charset="-120"/>
              </a:rPr>
              <a:t>[ DESTINATION ]</a:t>
            </a:r>
            <a:endParaRPr lang="en-US" sz="1200" dirty="0"/>
          </a:p>
        </p:txBody>
      </p:sp>
      <p:sp>
        <p:nvSpPr>
          <p:cNvPr id="4" name="Text 1"/>
          <p:cNvSpPr/>
          <p:nvPr/>
        </p:nvSpPr>
        <p:spPr>
          <a:xfrm>
            <a:off x="719584" y="4910584"/>
            <a:ext cx="8290509" cy="804267"/>
          </a:xfrm>
          <a:prstGeom prst="rect">
            <a:avLst/>
          </a:prstGeom>
          <a:noFill/>
          <a:ln/>
        </p:spPr>
        <p:txBody>
          <a:bodyPr wrap="square" lIns="0" tIns="0" rIns="0" bIns="0" rtlCol="0" anchor="t"/>
          <a:lstStyle/>
          <a:p>
            <a:pPr algn="l" indent="0" marL="0">
              <a:lnSpc>
                <a:spcPts val="5573"/>
              </a:lnSpc>
              <a:buNone/>
            </a:pPr>
            <a:r>
              <a:rPr lang="en-US" sz="5067" dirty="0">
                <a:solidFill>
                  <a:srgbClr val="FFFBF5"/>
                </a:solidFill>
                <a:latin typeface="Georgia" pitchFamily="34" charset="0"/>
                <a:ea typeface="Georgia" pitchFamily="34" charset="-122"/>
                <a:cs typeface="Georgia" pitchFamily="34" charset="-120"/>
              </a:rPr>
              <a:t>[ A place to go ]</a:t>
            </a:r>
            <a:endParaRPr lang="en-US" sz="5067" dirty="0"/>
          </a:p>
        </p:txBody>
      </p:sp>
      <p:sp>
        <p:nvSpPr>
          <p:cNvPr id="5" name="Text 2"/>
          <p:cNvSpPr/>
          <p:nvPr/>
        </p:nvSpPr>
        <p:spPr>
          <a:xfrm>
            <a:off x="762000" y="6434584"/>
            <a:ext cx="7620000" cy="4656534"/>
          </a:xfrm>
          <a:prstGeom prst="rect">
            <a:avLst/>
          </a:prstGeom>
          <a:solidFill>
            <a:srgbClr val="26382C"/>
          </a:solidFill>
          <a:ln/>
        </p:spPr>
        <p:txBody>
          <a:bodyPr wrap="square" rtlCol="0" anchor="ctr"/>
          <a:lstStyle/>
          <a:p>
            <a:pPr indent="0" marL="0">
              <a:buNone/>
            </a:pPr>
            <a:endParaRPr lang="en-US" dirty="0"/>
          </a:p>
        </p:txBody>
      </p:sp>
      <p:sp>
        <p:nvSpPr>
          <p:cNvPr id="6" name="Text 3"/>
          <p:cNvSpPr/>
          <p:nvPr/>
        </p:nvSpPr>
        <p:spPr>
          <a:xfrm>
            <a:off x="-91440" y="8551218"/>
            <a:ext cx="9326880" cy="296317"/>
          </a:xfrm>
          <a:prstGeom prst="rect">
            <a:avLst/>
          </a:prstGeom>
          <a:noFill/>
          <a:ln/>
        </p:spPr>
        <p:txBody>
          <a:bodyPr wrap="square" lIns="0" tIns="0" rIns="0" bIns="0" rtlCol="0" anchor="t"/>
          <a:lstStyle/>
          <a:p>
            <a:pPr algn="ctr" indent="0" marL="0">
              <a:lnSpc>
                <a:spcPts val="2053"/>
              </a:lnSpc>
              <a:buNone/>
            </a:pPr>
            <a:r>
              <a:rPr lang="en-US" sz="1867" dirty="0">
                <a:solidFill>
                  <a:srgbClr val="FFFBF5"/>
                </a:solidFill>
                <a:latin typeface="Arial" pitchFamily="34" charset="0"/>
                <a:ea typeface="Arial" pitchFamily="34" charset="-122"/>
                <a:cs typeface="Arial" pitchFamily="34" charset="-120"/>
              </a:rPr>
              <a:t>[ Add destination photo ]</a:t>
            </a:r>
            <a:endParaRPr lang="en-US" sz="1867" dirty="0"/>
          </a:p>
        </p:txBody>
      </p:sp>
      <p:sp>
        <p:nvSpPr>
          <p:cNvPr id="7" name="Text 4"/>
          <p:cNvSpPr/>
          <p:nvPr/>
        </p:nvSpPr>
        <p:spPr>
          <a:xfrm>
            <a:off x="762000" y="11768584"/>
            <a:ext cx="8247245" cy="317450"/>
          </a:xfrm>
          <a:prstGeom prst="rect">
            <a:avLst/>
          </a:prstGeom>
          <a:noFill/>
          <a:ln/>
        </p:spPr>
        <p:txBody>
          <a:bodyPr wrap="square" lIns="0" tIns="0" rIns="0" bIns="0" rtlCol="0" anchor="t"/>
          <a:lstStyle/>
          <a:p>
            <a:pPr algn="l" indent="0" marL="0">
              <a:lnSpc>
                <a:spcPts val="2200"/>
              </a:lnSpc>
              <a:buNone/>
            </a:pPr>
            <a:r>
              <a:rPr lang="en-US" sz="2000" dirty="0">
                <a:solidFill>
                  <a:srgbClr val="FFFBF5"/>
                </a:solidFill>
                <a:latin typeface="Arial" pitchFamily="34" charset="0"/>
                <a:ea typeface="Arial" pitchFamily="34" charset="-122"/>
                <a:cs typeface="Arial" pitchFamily="34" charset="-120"/>
              </a:rPr>
              <a:t>[ One thoughtful detail. ]</a:t>
            </a:r>
            <a:endParaRPr lang="en-US" sz="2000" dirty="0"/>
          </a:p>
        </p:txBody>
      </p:sp>
      <p:sp>
        <p:nvSpPr>
          <p:cNvPr id="8" name="Text 5"/>
          <p:cNvSpPr/>
          <p:nvPr/>
        </p:nvSpPr>
        <p:spPr>
          <a:xfrm>
            <a:off x="762000" y="12124134"/>
            <a:ext cx="8247245" cy="317450"/>
          </a:xfrm>
          <a:prstGeom prst="rect">
            <a:avLst/>
          </a:prstGeom>
          <a:noFill/>
          <a:ln/>
        </p:spPr>
        <p:txBody>
          <a:bodyPr wrap="square" lIns="0" tIns="0" rIns="0" bIns="0" rtlCol="0" anchor="t"/>
          <a:lstStyle/>
          <a:p>
            <a:pPr algn="l" indent="0" marL="0">
              <a:lnSpc>
                <a:spcPts val="2200"/>
              </a:lnSpc>
              <a:buNone/>
            </a:pPr>
            <a:r>
              <a:rPr lang="en-US" sz="2000" dirty="0">
                <a:solidFill>
                  <a:srgbClr val="FFFBF5"/>
                </a:solidFill>
                <a:latin typeface="Arial" pitchFamily="34" charset="0"/>
                <a:ea typeface="Arial" pitchFamily="34" charset="-122"/>
                <a:cs typeface="Arial" pitchFamily="34" charset="-120"/>
              </a:rPr>
              <a:t>[ One reason to make the trip. ]</a:t>
            </a:r>
            <a:endParaRPr lang="en-US" sz="2000" dirty="0"/>
          </a:p>
        </p:txBody>
      </p:sp>
      <p:sp>
        <p:nvSpPr>
          <p:cNvPr id="9" name="Text 6"/>
          <p:cNvSpPr/>
          <p:nvPr/>
        </p:nvSpPr>
        <p:spPr>
          <a:xfrm>
            <a:off x="762000" y="13546634"/>
            <a:ext cx="8247245" cy="296317"/>
          </a:xfrm>
          <a:prstGeom prst="rect">
            <a:avLst/>
          </a:prstGeom>
          <a:noFill/>
          <a:ln/>
        </p:spPr>
        <p:txBody>
          <a:bodyPr wrap="square" lIns="0" tIns="0" rIns="0" bIns="0" rtlCol="0" anchor="t"/>
          <a:lstStyle/>
          <a:p>
            <a:pPr algn="l" indent="0" marL="0">
              <a:lnSpc>
                <a:spcPts val="2053"/>
              </a:lnSpc>
              <a:buNone/>
            </a:pPr>
            <a:r>
              <a:rPr lang="en-US" sz="1867" dirty="0">
                <a:solidFill>
                  <a:srgbClr val="FFFBF5"/>
                </a:solidFill>
                <a:latin typeface="Arial" pitchFamily="34" charset="0"/>
                <a:ea typeface="Arial" pitchFamily="34" charset="-122"/>
                <a:cs typeface="Arial" pitchFamily="34" charset="-120"/>
              </a:rPr>
              <a:t>[ Your call to action ]</a:t>
            </a:r>
            <a:endParaRPr lang="en-US" sz="186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Wyld Wandering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Wyld Wandering — social-story</dc:title>
  <dc:subject>Editable brand template</dc:subject>
  <dc:creator>Wyld Wandering</dc:creator>
  <cp:lastModifiedBy>Wyld Wandering</cp:lastModifiedBy>
  <cp:revision>1</cp:revision>
  <dcterms:created xsi:type="dcterms:W3CDTF">2026-10-22T22:54:18Z</dcterms:created>
  <dcterms:modified xsi:type="dcterms:W3CDTF">2026-10-22T22:54:18Z</dcterms:modified>
</cp:coreProperties>
</file>